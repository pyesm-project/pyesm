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4"/>
    <p:sldMasterId id="2147483686" r:id="rId5"/>
  </p:sldMasterIdLst>
  <p:notesMasterIdLst>
    <p:notesMasterId r:id="rId23"/>
  </p:notesMasterIdLst>
  <p:sldIdLst>
    <p:sldId id="266" r:id="rId6"/>
    <p:sldId id="259" r:id="rId7"/>
    <p:sldId id="267" r:id="rId8"/>
    <p:sldId id="268" r:id="rId9"/>
    <p:sldId id="270" r:id="rId10"/>
    <p:sldId id="269" r:id="rId11"/>
    <p:sldId id="271" r:id="rId12"/>
    <p:sldId id="272" r:id="rId13"/>
    <p:sldId id="273" r:id="rId14"/>
    <p:sldId id="275" r:id="rId15"/>
    <p:sldId id="276" r:id="rId16"/>
    <p:sldId id="277" r:id="rId17"/>
    <p:sldId id="280" r:id="rId18"/>
    <p:sldId id="278" r:id="rId19"/>
    <p:sldId id="281" r:id="rId20"/>
    <p:sldId id="274" r:id="rId21"/>
    <p:sldId id="279" r:id="rId22"/>
  </p:sldIdLst>
  <p:sldSz cx="12192000" cy="6858000"/>
  <p:notesSz cx="6858000" cy="9144000"/>
  <p:embeddedFontLst>
    <p:embeddedFont>
      <p:font typeface="Abadi ExtraLight" panose="020B0204020104020204" pitchFamily="34" charset="0"/>
      <p:regular r:id="rId24"/>
      <p:italic r:id="rId25"/>
    </p:embeddedFont>
    <p:embeddedFont>
      <p:font typeface="ADLaM Display" panose="02010000000000000000" pitchFamily="2" charset="0"/>
      <p:regular r:id="rId26"/>
    </p:embeddedFont>
    <p:embeddedFont>
      <p:font typeface="Agency FB" panose="020B0503020202020204" pitchFamily="34" charset="0"/>
      <p:regular r:id="rId27"/>
      <p:bold r:id="rId28"/>
    </p:embeddedFont>
    <p:embeddedFont>
      <p:font typeface="Cambria Math" panose="02040503050406030204" pitchFamily="18" charset="0"/>
      <p:regular r:id="rId29"/>
    </p:embeddedFont>
    <p:embeddedFont>
      <p:font typeface="Consolas" panose="020B0609020204030204" pitchFamily="49" charset="0"/>
      <p:regular r:id="rId30"/>
      <p:bold r:id="rId31"/>
      <p:italic r:id="rId32"/>
      <p:boldItalic r:id="rId33"/>
    </p:embeddedFont>
    <p:embeddedFont>
      <p:font typeface="Manrope" panose="020B0604020202020204" charset="0"/>
      <p:regular r:id="rId34"/>
      <p:bold r:id="rId35"/>
      <p:italic r:id="rId36"/>
      <p:boldItalic r:id="rId37"/>
    </p:embeddedFont>
  </p:embeddedFont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EBF7"/>
    <a:srgbClr val="BDD7EE"/>
    <a:srgbClr val="6D5E8D"/>
    <a:srgbClr val="C38D94"/>
    <a:srgbClr val="A76571"/>
    <a:srgbClr val="AEADF0"/>
    <a:srgbClr val="CC0099"/>
    <a:srgbClr val="565676"/>
    <a:srgbClr val="9966FF"/>
    <a:srgbClr val="67B2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Stile medio 4 - Colore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ile medio 4 - Color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FABFCF23-3B69-468F-B69F-88F6DE6A72F2}" styleName="Stile medio 1 - Colore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210" autoAdjust="0"/>
    <p:restoredTop sz="94660"/>
  </p:normalViewPr>
  <p:slideViewPr>
    <p:cSldViewPr snapToGrid="0" showGuides="1">
      <p:cViewPr varScale="1">
        <p:scale>
          <a:sx n="95" d="100"/>
          <a:sy n="95" d="100"/>
        </p:scale>
        <p:origin x="106" y="72"/>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3.fntdata"/><Relationship Id="rId39" Type="http://schemas.openxmlformats.org/officeDocument/2006/relationships/viewProps" Target="viewProps.xml"/><Relationship Id="rId21" Type="http://schemas.openxmlformats.org/officeDocument/2006/relationships/slide" Target="slides/slide16.xml"/><Relationship Id="rId34" Type="http://schemas.openxmlformats.org/officeDocument/2006/relationships/font" Target="fonts/font11.fntdata"/><Relationship Id="rId42"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font" Target="fonts/font6.fntdata"/><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leria Baiocco" userId="797576ae-3c65-4fea-ba11-75464a983f8a" providerId="ADAL" clId="{C476691B-B7A2-451F-9E48-CE2FD766CD06}"/>
    <pc:docChg chg="undo custSel addSld delSld modSld sldOrd">
      <pc:chgData name="Valeria Baiocco" userId="797576ae-3c65-4fea-ba11-75464a983f8a" providerId="ADAL" clId="{C476691B-B7A2-451F-9E48-CE2FD766CD06}" dt="2026-05-05T11:39:26.269" v="13209" actId="20577"/>
      <pc:docMkLst>
        <pc:docMk/>
      </pc:docMkLst>
      <pc:sldChg chg="addSp delSp modSp mod">
        <pc:chgData name="Valeria Baiocco" userId="797576ae-3c65-4fea-ba11-75464a983f8a" providerId="ADAL" clId="{C476691B-B7A2-451F-9E48-CE2FD766CD06}" dt="2026-04-23T11:59:40.803" v="6829" actId="20577"/>
        <pc:sldMkLst>
          <pc:docMk/>
          <pc:sldMk cId="554448353" sldId="259"/>
        </pc:sldMkLst>
        <pc:spChg chg="mod">
          <ac:chgData name="Valeria Baiocco" userId="797576ae-3c65-4fea-ba11-75464a983f8a" providerId="ADAL" clId="{C476691B-B7A2-451F-9E48-CE2FD766CD06}" dt="2026-04-17T14:07:03.195" v="3229" actId="790"/>
          <ac:spMkLst>
            <pc:docMk/>
            <pc:sldMk cId="554448353" sldId="259"/>
            <ac:spMk id="2" creationId="{8C7D1BF5-87C2-48DD-AB8C-CA3CACCAD616}"/>
          </ac:spMkLst>
        </pc:spChg>
        <pc:spChg chg="mod">
          <ac:chgData name="Valeria Baiocco" userId="797576ae-3c65-4fea-ba11-75464a983f8a" providerId="ADAL" clId="{C476691B-B7A2-451F-9E48-CE2FD766CD06}" dt="2026-04-17T14:07:03.195" v="3229" actId="790"/>
          <ac:spMkLst>
            <pc:docMk/>
            <pc:sldMk cId="554448353" sldId="259"/>
            <ac:spMk id="3" creationId="{81A345C3-1AA5-4207-ADA3-AF6AA6FE4242}"/>
          </ac:spMkLst>
        </pc:spChg>
        <pc:spChg chg="mod">
          <ac:chgData name="Valeria Baiocco" userId="797576ae-3c65-4fea-ba11-75464a983f8a" providerId="ADAL" clId="{C476691B-B7A2-451F-9E48-CE2FD766CD06}" dt="2026-04-17T14:07:03.195" v="3229" actId="790"/>
          <ac:spMkLst>
            <pc:docMk/>
            <pc:sldMk cId="554448353" sldId="259"/>
            <ac:spMk id="4" creationId="{4EF1C5EA-D8D5-4399-9733-C7AE03BB6786}"/>
          </ac:spMkLst>
        </pc:spChg>
        <pc:spChg chg="mod">
          <ac:chgData name="Valeria Baiocco" userId="797576ae-3c65-4fea-ba11-75464a983f8a" providerId="ADAL" clId="{C476691B-B7A2-451F-9E48-CE2FD766CD06}" dt="2026-04-17T14:07:03.195" v="3229" actId="790"/>
          <ac:spMkLst>
            <pc:docMk/>
            <pc:sldMk cId="554448353" sldId="259"/>
            <ac:spMk id="5" creationId="{89F921F1-17B0-49B1-BE1B-E6336170F2B3}"/>
          </ac:spMkLst>
        </pc:spChg>
        <pc:spChg chg="add mod">
          <ac:chgData name="Valeria Baiocco" userId="797576ae-3c65-4fea-ba11-75464a983f8a" providerId="ADAL" clId="{C476691B-B7A2-451F-9E48-CE2FD766CD06}" dt="2026-04-17T14:07:03.195" v="3229" actId="790"/>
          <ac:spMkLst>
            <pc:docMk/>
            <pc:sldMk cId="554448353" sldId="259"/>
            <ac:spMk id="8" creationId="{4C59406A-D5F0-CFA0-F393-7D8B5DC1F9A0}"/>
          </ac:spMkLst>
        </pc:spChg>
        <pc:spChg chg="add mod">
          <ac:chgData name="Valeria Baiocco" userId="797576ae-3c65-4fea-ba11-75464a983f8a" providerId="ADAL" clId="{C476691B-B7A2-451F-9E48-CE2FD766CD06}" dt="2026-04-23T11:59:40.803" v="6829" actId="20577"/>
          <ac:spMkLst>
            <pc:docMk/>
            <pc:sldMk cId="554448353" sldId="259"/>
            <ac:spMk id="12" creationId="{A81C1359-3458-AF09-1B49-CA5104A51BDB}"/>
          </ac:spMkLst>
        </pc:spChg>
        <pc:picChg chg="add mod">
          <ac:chgData name="Valeria Baiocco" userId="797576ae-3c65-4fea-ba11-75464a983f8a" providerId="ADAL" clId="{C476691B-B7A2-451F-9E48-CE2FD766CD06}" dt="2026-04-17T11:24:43.076" v="1092" actId="1076"/>
          <ac:picMkLst>
            <pc:docMk/>
            <pc:sldMk cId="554448353" sldId="259"/>
            <ac:picMk id="7" creationId="{49C09475-1B4C-2B6F-0EE1-CD88B3475B7D}"/>
          </ac:picMkLst>
        </pc:picChg>
      </pc:sldChg>
      <pc:sldChg chg="modSp mod">
        <pc:chgData name="Valeria Baiocco" userId="797576ae-3c65-4fea-ba11-75464a983f8a" providerId="ADAL" clId="{C476691B-B7A2-451F-9E48-CE2FD766CD06}" dt="2026-04-17T14:07:03.195" v="3229" actId="790"/>
        <pc:sldMkLst>
          <pc:docMk/>
          <pc:sldMk cId="3921913644" sldId="266"/>
        </pc:sldMkLst>
        <pc:spChg chg="mod">
          <ac:chgData name="Valeria Baiocco" userId="797576ae-3c65-4fea-ba11-75464a983f8a" providerId="ADAL" clId="{C476691B-B7A2-451F-9E48-CE2FD766CD06}" dt="2026-04-17T14:07:03.195" v="3229" actId="790"/>
          <ac:spMkLst>
            <pc:docMk/>
            <pc:sldMk cId="3921913644" sldId="266"/>
            <ac:spMk id="2" creationId="{026BBB7E-2B72-48A5-B8AC-092CE1F3CB5C}"/>
          </ac:spMkLst>
        </pc:spChg>
        <pc:spChg chg="mod">
          <ac:chgData name="Valeria Baiocco" userId="797576ae-3c65-4fea-ba11-75464a983f8a" providerId="ADAL" clId="{C476691B-B7A2-451F-9E48-CE2FD766CD06}" dt="2026-04-17T14:07:03.195" v="3229" actId="790"/>
          <ac:spMkLst>
            <pc:docMk/>
            <pc:sldMk cId="3921913644" sldId="266"/>
            <ac:spMk id="3" creationId="{139C8332-124C-4AAA-8F96-961CED6E62F0}"/>
          </ac:spMkLst>
        </pc:spChg>
      </pc:sldChg>
      <pc:sldChg chg="addSp delSp modSp new mod">
        <pc:chgData name="Valeria Baiocco" userId="797576ae-3c65-4fea-ba11-75464a983f8a" providerId="ADAL" clId="{C476691B-B7A2-451F-9E48-CE2FD766CD06}" dt="2026-04-17T14:07:03.195" v="3229" actId="790"/>
        <pc:sldMkLst>
          <pc:docMk/>
          <pc:sldMk cId="4030539840" sldId="267"/>
        </pc:sldMkLst>
        <pc:spChg chg="mod">
          <ac:chgData name="Valeria Baiocco" userId="797576ae-3c65-4fea-ba11-75464a983f8a" providerId="ADAL" clId="{C476691B-B7A2-451F-9E48-CE2FD766CD06}" dt="2026-04-17T14:07:03.195" v="3229" actId="790"/>
          <ac:spMkLst>
            <pc:docMk/>
            <pc:sldMk cId="4030539840" sldId="267"/>
            <ac:spMk id="2" creationId="{315766C8-4709-7C98-0E67-A1A6B5E3ECA1}"/>
          </ac:spMkLst>
        </pc:spChg>
        <pc:spChg chg="mod">
          <ac:chgData name="Valeria Baiocco" userId="797576ae-3c65-4fea-ba11-75464a983f8a" providerId="ADAL" clId="{C476691B-B7A2-451F-9E48-CE2FD766CD06}" dt="2026-04-17T14:07:03.195" v="3229" actId="790"/>
          <ac:spMkLst>
            <pc:docMk/>
            <pc:sldMk cId="4030539840" sldId="267"/>
            <ac:spMk id="3" creationId="{34E0D686-7FD2-D656-D42A-33C2AF6F9EBF}"/>
          </ac:spMkLst>
        </pc:spChg>
        <pc:spChg chg="mod">
          <ac:chgData name="Valeria Baiocco" userId="797576ae-3c65-4fea-ba11-75464a983f8a" providerId="ADAL" clId="{C476691B-B7A2-451F-9E48-CE2FD766CD06}" dt="2026-04-17T14:07:03.195" v="3229" actId="790"/>
          <ac:spMkLst>
            <pc:docMk/>
            <pc:sldMk cId="4030539840" sldId="267"/>
            <ac:spMk id="4" creationId="{5B9DC243-7F59-F058-574E-365552F0558E}"/>
          </ac:spMkLst>
        </pc:spChg>
        <pc:spChg chg="mod">
          <ac:chgData name="Valeria Baiocco" userId="797576ae-3c65-4fea-ba11-75464a983f8a" providerId="ADAL" clId="{C476691B-B7A2-451F-9E48-CE2FD766CD06}" dt="2026-04-17T14:07:03.195" v="3229" actId="790"/>
          <ac:spMkLst>
            <pc:docMk/>
            <pc:sldMk cId="4030539840" sldId="267"/>
            <ac:spMk id="5" creationId="{F770CDA5-7E90-73E4-E89A-4D85F8FF6141}"/>
          </ac:spMkLst>
        </pc:spChg>
        <pc:spChg chg="mod">
          <ac:chgData name="Valeria Baiocco" userId="797576ae-3c65-4fea-ba11-75464a983f8a" providerId="ADAL" clId="{C476691B-B7A2-451F-9E48-CE2FD766CD06}" dt="2026-04-17T14:07:03.195" v="3229" actId="790"/>
          <ac:spMkLst>
            <pc:docMk/>
            <pc:sldMk cId="4030539840" sldId="267"/>
            <ac:spMk id="6" creationId="{35AACAE0-C850-2DD8-CC39-5D92A9B99202}"/>
          </ac:spMkLst>
        </pc:spChg>
        <pc:spChg chg="add mod">
          <ac:chgData name="Valeria Baiocco" userId="797576ae-3c65-4fea-ba11-75464a983f8a" providerId="ADAL" clId="{C476691B-B7A2-451F-9E48-CE2FD766CD06}" dt="2026-04-17T14:07:03.195" v="3229" actId="790"/>
          <ac:spMkLst>
            <pc:docMk/>
            <pc:sldMk cId="4030539840" sldId="267"/>
            <ac:spMk id="10" creationId="{8C0B590F-6C07-CD27-DEA3-729FCFB97F56}"/>
          </ac:spMkLst>
        </pc:spChg>
        <pc:spChg chg="add mod">
          <ac:chgData name="Valeria Baiocco" userId="797576ae-3c65-4fea-ba11-75464a983f8a" providerId="ADAL" clId="{C476691B-B7A2-451F-9E48-CE2FD766CD06}" dt="2026-04-17T14:07:03.195" v="3229" actId="790"/>
          <ac:spMkLst>
            <pc:docMk/>
            <pc:sldMk cId="4030539840" sldId="267"/>
            <ac:spMk id="14" creationId="{3BF8B985-84F2-2995-6B22-17686B3417CC}"/>
          </ac:spMkLst>
        </pc:spChg>
        <pc:spChg chg="add mod">
          <ac:chgData name="Valeria Baiocco" userId="797576ae-3c65-4fea-ba11-75464a983f8a" providerId="ADAL" clId="{C476691B-B7A2-451F-9E48-CE2FD766CD06}" dt="2026-04-17T14:07:03.195" v="3229" actId="790"/>
          <ac:spMkLst>
            <pc:docMk/>
            <pc:sldMk cId="4030539840" sldId="267"/>
            <ac:spMk id="21" creationId="{C3DD3635-7A8F-A388-2732-534552D1BD06}"/>
          </ac:spMkLst>
        </pc:spChg>
        <pc:spChg chg="add mod">
          <ac:chgData name="Valeria Baiocco" userId="797576ae-3c65-4fea-ba11-75464a983f8a" providerId="ADAL" clId="{C476691B-B7A2-451F-9E48-CE2FD766CD06}" dt="2026-04-17T14:07:03.195" v="3229" actId="790"/>
          <ac:spMkLst>
            <pc:docMk/>
            <pc:sldMk cId="4030539840" sldId="267"/>
            <ac:spMk id="24" creationId="{12F6DAAD-8C4F-46C2-E07F-40783B18A974}"/>
          </ac:spMkLst>
        </pc:spChg>
        <pc:spChg chg="add mod">
          <ac:chgData name="Valeria Baiocco" userId="797576ae-3c65-4fea-ba11-75464a983f8a" providerId="ADAL" clId="{C476691B-B7A2-451F-9E48-CE2FD766CD06}" dt="2026-04-17T14:07:03.195" v="3229" actId="790"/>
          <ac:spMkLst>
            <pc:docMk/>
            <pc:sldMk cId="4030539840" sldId="267"/>
            <ac:spMk id="25" creationId="{37F3AED4-9511-D70C-2BAB-D46A33D0C5E3}"/>
          </ac:spMkLst>
        </pc:spChg>
        <pc:cxnChg chg="add mod">
          <ac:chgData name="Valeria Baiocco" userId="797576ae-3c65-4fea-ba11-75464a983f8a" providerId="ADAL" clId="{C476691B-B7A2-451F-9E48-CE2FD766CD06}" dt="2026-04-17T12:36:18.888" v="1786" actId="14100"/>
          <ac:cxnSpMkLst>
            <pc:docMk/>
            <pc:sldMk cId="4030539840" sldId="267"/>
            <ac:cxnSpMk id="8" creationId="{C170BA35-8255-00B2-0518-C63B199AC93F}"/>
          </ac:cxnSpMkLst>
        </pc:cxnChg>
        <pc:cxnChg chg="add mod">
          <ac:chgData name="Valeria Baiocco" userId="797576ae-3c65-4fea-ba11-75464a983f8a" providerId="ADAL" clId="{C476691B-B7A2-451F-9E48-CE2FD766CD06}" dt="2026-04-17T13:32:01.298" v="2354" actId="1076"/>
          <ac:cxnSpMkLst>
            <pc:docMk/>
            <pc:sldMk cId="4030539840" sldId="267"/>
            <ac:cxnSpMk id="22" creationId="{DFB9085F-F642-9B28-9075-7317494EE5FE}"/>
          </ac:cxnSpMkLst>
        </pc:cxnChg>
      </pc:sldChg>
      <pc:sldChg chg="addSp delSp modSp new mod">
        <pc:chgData name="Valeria Baiocco" userId="797576ae-3c65-4fea-ba11-75464a983f8a" providerId="ADAL" clId="{C476691B-B7A2-451F-9E48-CE2FD766CD06}" dt="2026-04-22T11:07:54.527" v="6822" actId="207"/>
        <pc:sldMkLst>
          <pc:docMk/>
          <pc:sldMk cId="1700237327" sldId="268"/>
        </pc:sldMkLst>
        <pc:spChg chg="mod">
          <ac:chgData name="Valeria Baiocco" userId="797576ae-3c65-4fea-ba11-75464a983f8a" providerId="ADAL" clId="{C476691B-B7A2-451F-9E48-CE2FD766CD06}" dt="2026-04-17T14:07:03.195" v="3229" actId="790"/>
          <ac:spMkLst>
            <pc:docMk/>
            <pc:sldMk cId="1700237327" sldId="268"/>
            <ac:spMk id="2" creationId="{938995D8-1FDA-06A4-90B6-CE58DA725C40}"/>
          </ac:spMkLst>
        </pc:spChg>
        <pc:spChg chg="mod">
          <ac:chgData name="Valeria Baiocco" userId="797576ae-3c65-4fea-ba11-75464a983f8a" providerId="ADAL" clId="{C476691B-B7A2-451F-9E48-CE2FD766CD06}" dt="2026-04-17T14:07:03.195" v="3229" actId="790"/>
          <ac:spMkLst>
            <pc:docMk/>
            <pc:sldMk cId="1700237327" sldId="268"/>
            <ac:spMk id="4" creationId="{F9CC6CDE-5543-C461-76C9-6476E3FA4B28}"/>
          </ac:spMkLst>
        </pc:spChg>
        <pc:spChg chg="mod">
          <ac:chgData name="Valeria Baiocco" userId="797576ae-3c65-4fea-ba11-75464a983f8a" providerId="ADAL" clId="{C476691B-B7A2-451F-9E48-CE2FD766CD06}" dt="2026-04-17T14:07:03.195" v="3229" actId="790"/>
          <ac:spMkLst>
            <pc:docMk/>
            <pc:sldMk cId="1700237327" sldId="268"/>
            <ac:spMk id="5" creationId="{1480E337-CACA-5711-31E4-808C3D0D988F}"/>
          </ac:spMkLst>
        </pc:spChg>
        <pc:spChg chg="mod">
          <ac:chgData name="Valeria Baiocco" userId="797576ae-3c65-4fea-ba11-75464a983f8a" providerId="ADAL" clId="{C476691B-B7A2-451F-9E48-CE2FD766CD06}" dt="2026-04-17T14:07:03.195" v="3229" actId="790"/>
          <ac:spMkLst>
            <pc:docMk/>
            <pc:sldMk cId="1700237327" sldId="268"/>
            <ac:spMk id="6" creationId="{14C4832B-3E13-34D3-AD54-A434B9499D0D}"/>
          </ac:spMkLst>
        </pc:spChg>
        <pc:spChg chg="add mod">
          <ac:chgData name="Valeria Baiocco" userId="797576ae-3c65-4fea-ba11-75464a983f8a" providerId="ADAL" clId="{C476691B-B7A2-451F-9E48-CE2FD766CD06}" dt="2026-04-22T11:07:54.527" v="6822" actId="207"/>
          <ac:spMkLst>
            <pc:docMk/>
            <pc:sldMk cId="1700237327" sldId="268"/>
            <ac:spMk id="10" creationId="{1BDA31D8-9245-A813-561A-9427E0753692}"/>
          </ac:spMkLst>
        </pc:spChg>
        <pc:spChg chg="add mod">
          <ac:chgData name="Valeria Baiocco" userId="797576ae-3c65-4fea-ba11-75464a983f8a" providerId="ADAL" clId="{C476691B-B7A2-451F-9E48-CE2FD766CD06}" dt="2026-04-17T14:07:03.195" v="3229" actId="790"/>
          <ac:spMkLst>
            <pc:docMk/>
            <pc:sldMk cId="1700237327" sldId="268"/>
            <ac:spMk id="12" creationId="{C75E1268-C756-A942-4DEB-7A56638A45F3}"/>
          </ac:spMkLst>
        </pc:spChg>
        <pc:spChg chg="add mod">
          <ac:chgData name="Valeria Baiocco" userId="797576ae-3c65-4fea-ba11-75464a983f8a" providerId="ADAL" clId="{C476691B-B7A2-451F-9E48-CE2FD766CD06}" dt="2026-04-17T14:07:03.195" v="3229" actId="790"/>
          <ac:spMkLst>
            <pc:docMk/>
            <pc:sldMk cId="1700237327" sldId="268"/>
            <ac:spMk id="13" creationId="{8400B505-5D67-35EC-3BCC-D9666474D179}"/>
          </ac:spMkLst>
        </pc:spChg>
        <pc:cxnChg chg="add mod">
          <ac:chgData name="Valeria Baiocco" userId="797576ae-3c65-4fea-ba11-75464a983f8a" providerId="ADAL" clId="{C476691B-B7A2-451F-9E48-CE2FD766CD06}" dt="2026-04-17T12:20:34.679" v="1658"/>
          <ac:cxnSpMkLst>
            <pc:docMk/>
            <pc:sldMk cId="1700237327" sldId="268"/>
            <ac:cxnSpMk id="11" creationId="{D5D331B7-07A6-8ED2-2FCB-27A4D9A63D08}"/>
          </ac:cxnSpMkLst>
        </pc:cxnChg>
      </pc:sldChg>
      <pc:sldChg chg="addSp delSp modSp new mod">
        <pc:chgData name="Valeria Baiocco" userId="797576ae-3c65-4fea-ba11-75464a983f8a" providerId="ADAL" clId="{C476691B-B7A2-451F-9E48-CE2FD766CD06}" dt="2026-04-24T13:42:46.502" v="9511" actId="1076"/>
        <pc:sldMkLst>
          <pc:docMk/>
          <pc:sldMk cId="4250187859" sldId="269"/>
        </pc:sldMkLst>
        <pc:spChg chg="mod">
          <ac:chgData name="Valeria Baiocco" userId="797576ae-3c65-4fea-ba11-75464a983f8a" providerId="ADAL" clId="{C476691B-B7A2-451F-9E48-CE2FD766CD06}" dt="2026-04-22T09:07:28.472" v="5092" actId="1076"/>
          <ac:spMkLst>
            <pc:docMk/>
            <pc:sldMk cId="4250187859" sldId="269"/>
            <ac:spMk id="2" creationId="{F2BB4F54-924E-37BA-3410-83DF2EFF767E}"/>
          </ac:spMkLst>
        </pc:spChg>
        <pc:spChg chg="add mod">
          <ac:chgData name="Valeria Baiocco" userId="797576ae-3c65-4fea-ba11-75464a983f8a" providerId="ADAL" clId="{C476691B-B7A2-451F-9E48-CE2FD766CD06}" dt="2026-04-24T13:42:46.502" v="9511" actId="1076"/>
          <ac:spMkLst>
            <pc:docMk/>
            <pc:sldMk cId="4250187859" sldId="269"/>
            <ac:spMk id="3" creationId="{1976B92D-B85D-26B3-DE49-C32964CD045D}"/>
          </ac:spMkLst>
        </pc:spChg>
        <pc:spChg chg="mod">
          <ac:chgData name="Valeria Baiocco" userId="797576ae-3c65-4fea-ba11-75464a983f8a" providerId="ADAL" clId="{C476691B-B7A2-451F-9E48-CE2FD766CD06}" dt="2026-04-17T14:07:03.195" v="3229" actId="790"/>
          <ac:spMkLst>
            <pc:docMk/>
            <pc:sldMk cId="4250187859" sldId="269"/>
            <ac:spMk id="4" creationId="{650A01D3-5FB1-78E4-533F-584151ED6690}"/>
          </ac:spMkLst>
        </pc:spChg>
        <pc:spChg chg="mod">
          <ac:chgData name="Valeria Baiocco" userId="797576ae-3c65-4fea-ba11-75464a983f8a" providerId="ADAL" clId="{C476691B-B7A2-451F-9E48-CE2FD766CD06}" dt="2026-04-17T14:07:03.195" v="3229" actId="790"/>
          <ac:spMkLst>
            <pc:docMk/>
            <pc:sldMk cId="4250187859" sldId="269"/>
            <ac:spMk id="5" creationId="{F30EE327-70D3-7882-05D0-5D9D375C1B64}"/>
          </ac:spMkLst>
        </pc:spChg>
        <pc:spChg chg="mod">
          <ac:chgData name="Valeria Baiocco" userId="797576ae-3c65-4fea-ba11-75464a983f8a" providerId="ADAL" clId="{C476691B-B7A2-451F-9E48-CE2FD766CD06}" dt="2026-04-17T14:07:03.195" v="3229" actId="790"/>
          <ac:spMkLst>
            <pc:docMk/>
            <pc:sldMk cId="4250187859" sldId="269"/>
            <ac:spMk id="6" creationId="{8458D0D7-66A0-331A-E7A1-B33EAB5F79DB}"/>
          </ac:spMkLst>
        </pc:spChg>
        <pc:spChg chg="add mod">
          <ac:chgData name="Valeria Baiocco" userId="797576ae-3c65-4fea-ba11-75464a983f8a" providerId="ADAL" clId="{C476691B-B7A2-451F-9E48-CE2FD766CD06}" dt="2026-04-22T09:43:11.797" v="5865" actId="1076"/>
          <ac:spMkLst>
            <pc:docMk/>
            <pc:sldMk cId="4250187859" sldId="269"/>
            <ac:spMk id="7" creationId="{884DBD74-439F-49CB-CCD5-E8E13B56E0DB}"/>
          </ac:spMkLst>
        </pc:spChg>
        <pc:spChg chg="add mod">
          <ac:chgData name="Valeria Baiocco" userId="797576ae-3c65-4fea-ba11-75464a983f8a" providerId="ADAL" clId="{C476691B-B7A2-451F-9E48-CE2FD766CD06}" dt="2026-04-22T09:43:11.797" v="5865" actId="1076"/>
          <ac:spMkLst>
            <pc:docMk/>
            <pc:sldMk cId="4250187859" sldId="269"/>
            <ac:spMk id="11" creationId="{E5BB6E72-477F-32A7-7A0D-C6969A545A6D}"/>
          </ac:spMkLst>
        </pc:spChg>
        <pc:spChg chg="add mod">
          <ac:chgData name="Valeria Baiocco" userId="797576ae-3c65-4fea-ba11-75464a983f8a" providerId="ADAL" clId="{C476691B-B7A2-451F-9E48-CE2FD766CD06}" dt="2026-04-22T09:42:55.506" v="5862" actId="1076"/>
          <ac:spMkLst>
            <pc:docMk/>
            <pc:sldMk cId="4250187859" sldId="269"/>
            <ac:spMk id="14" creationId="{5A195447-D679-DBDC-9F55-C3BB847AE17B}"/>
          </ac:spMkLst>
        </pc:spChg>
        <pc:spChg chg="add mod">
          <ac:chgData name="Valeria Baiocco" userId="797576ae-3c65-4fea-ba11-75464a983f8a" providerId="ADAL" clId="{C476691B-B7A2-451F-9E48-CE2FD766CD06}" dt="2026-04-22T09:43:11.797" v="5865" actId="1076"/>
          <ac:spMkLst>
            <pc:docMk/>
            <pc:sldMk cId="4250187859" sldId="269"/>
            <ac:spMk id="16" creationId="{427CB550-2AA1-521F-DE07-5335A8811B35}"/>
          </ac:spMkLst>
        </pc:spChg>
        <pc:spChg chg="add mod">
          <ac:chgData name="Valeria Baiocco" userId="797576ae-3c65-4fea-ba11-75464a983f8a" providerId="ADAL" clId="{C476691B-B7A2-451F-9E48-CE2FD766CD06}" dt="2026-04-22T09:43:11.797" v="5865" actId="1076"/>
          <ac:spMkLst>
            <pc:docMk/>
            <pc:sldMk cId="4250187859" sldId="269"/>
            <ac:spMk id="27" creationId="{E5FE24BA-7C38-BB2D-0A65-5ACD6465B8C2}"/>
          </ac:spMkLst>
        </pc:spChg>
        <pc:spChg chg="add mod">
          <ac:chgData name="Valeria Baiocco" userId="797576ae-3c65-4fea-ba11-75464a983f8a" providerId="ADAL" clId="{C476691B-B7A2-451F-9E48-CE2FD766CD06}" dt="2026-04-22T09:44:58.269" v="5968" actId="20577"/>
          <ac:spMkLst>
            <pc:docMk/>
            <pc:sldMk cId="4250187859" sldId="269"/>
            <ac:spMk id="86" creationId="{D1899525-45E0-71FA-1A93-EDCE539AF9F6}"/>
          </ac:spMkLst>
        </pc:spChg>
        <pc:spChg chg="add mod">
          <ac:chgData name="Valeria Baiocco" userId="797576ae-3c65-4fea-ba11-75464a983f8a" providerId="ADAL" clId="{C476691B-B7A2-451F-9E48-CE2FD766CD06}" dt="2026-04-22T09:36:55.413" v="5561" actId="164"/>
          <ac:spMkLst>
            <pc:docMk/>
            <pc:sldMk cId="4250187859" sldId="269"/>
            <ac:spMk id="120" creationId="{23DCB366-37E3-5448-075A-B490C81116B3}"/>
          </ac:spMkLst>
        </pc:spChg>
        <pc:spChg chg="add mod">
          <ac:chgData name="Valeria Baiocco" userId="797576ae-3c65-4fea-ba11-75464a983f8a" providerId="ADAL" clId="{C476691B-B7A2-451F-9E48-CE2FD766CD06}" dt="2026-04-22T09:36:55.413" v="5561" actId="164"/>
          <ac:spMkLst>
            <pc:docMk/>
            <pc:sldMk cId="4250187859" sldId="269"/>
            <ac:spMk id="121" creationId="{D9BBE243-7273-85E1-2CC6-7C70A0A4DB5C}"/>
          </ac:spMkLst>
        </pc:spChg>
        <pc:spChg chg="add mod">
          <ac:chgData name="Valeria Baiocco" userId="797576ae-3c65-4fea-ba11-75464a983f8a" providerId="ADAL" clId="{C476691B-B7A2-451F-9E48-CE2FD766CD06}" dt="2026-04-22T11:08:49.348" v="6825" actId="1076"/>
          <ac:spMkLst>
            <pc:docMk/>
            <pc:sldMk cId="4250187859" sldId="269"/>
            <ac:spMk id="130" creationId="{D39A1D29-CF7B-93FA-075B-B89B622DB799}"/>
          </ac:spMkLst>
        </pc:spChg>
        <pc:grpChg chg="add mod">
          <ac:chgData name="Valeria Baiocco" userId="797576ae-3c65-4fea-ba11-75464a983f8a" providerId="ADAL" clId="{C476691B-B7A2-451F-9E48-CE2FD766CD06}" dt="2026-04-22T09:43:34.715" v="5875" actId="1076"/>
          <ac:grpSpMkLst>
            <pc:docMk/>
            <pc:sldMk cId="4250187859" sldId="269"/>
            <ac:grpSpMk id="122" creationId="{7A5D7AE3-DE3F-BFEB-9A1B-FA71AD32C55F}"/>
          </ac:grpSpMkLst>
        </pc:grpChg>
        <pc:picChg chg="add mod">
          <ac:chgData name="Valeria Baiocco" userId="797576ae-3c65-4fea-ba11-75464a983f8a" providerId="ADAL" clId="{C476691B-B7A2-451F-9E48-CE2FD766CD06}" dt="2026-04-23T14:36:10.637" v="8802" actId="1076"/>
          <ac:picMkLst>
            <pc:docMk/>
            <pc:sldMk cId="4250187859" sldId="269"/>
            <ac:picMk id="15" creationId="{28115355-2300-B5AE-72C9-6A89BD015902}"/>
          </ac:picMkLst>
        </pc:picChg>
        <pc:picChg chg="add mod">
          <ac:chgData name="Valeria Baiocco" userId="797576ae-3c65-4fea-ba11-75464a983f8a" providerId="ADAL" clId="{C476691B-B7A2-451F-9E48-CE2FD766CD06}" dt="2026-04-22T09:36:55.413" v="5561" actId="164"/>
          <ac:picMkLst>
            <pc:docMk/>
            <pc:sldMk cId="4250187859" sldId="269"/>
            <ac:picMk id="82" creationId="{2392C102-F5CA-D01B-1B38-F532DF201599}"/>
          </ac:picMkLst>
        </pc:picChg>
        <pc:picChg chg="add mod">
          <ac:chgData name="Valeria Baiocco" userId="797576ae-3c65-4fea-ba11-75464a983f8a" providerId="ADAL" clId="{C476691B-B7A2-451F-9E48-CE2FD766CD06}" dt="2026-04-22T09:44:28.201" v="5880" actId="1076"/>
          <ac:picMkLst>
            <pc:docMk/>
            <pc:sldMk cId="4250187859" sldId="269"/>
            <ac:picMk id="129" creationId="{2AB1A6D6-C4C0-C119-05BA-8CEAD2D2DE3B}"/>
          </ac:picMkLst>
        </pc:picChg>
        <pc:picChg chg="add mod">
          <ac:chgData name="Valeria Baiocco" userId="797576ae-3c65-4fea-ba11-75464a983f8a" providerId="ADAL" clId="{C476691B-B7A2-451F-9E48-CE2FD766CD06}" dt="2026-04-22T09:47:41.568" v="6221" actId="1076"/>
          <ac:picMkLst>
            <pc:docMk/>
            <pc:sldMk cId="4250187859" sldId="269"/>
            <ac:picMk id="132" creationId="{760B3991-8870-BF43-5506-36B1D9E3761A}"/>
          </ac:picMkLst>
        </pc:picChg>
        <pc:picChg chg="add mod">
          <ac:chgData name="Valeria Baiocco" userId="797576ae-3c65-4fea-ba11-75464a983f8a" providerId="ADAL" clId="{C476691B-B7A2-451F-9E48-CE2FD766CD06}" dt="2026-04-22T09:47:44.819" v="6223" actId="1076"/>
          <ac:picMkLst>
            <pc:docMk/>
            <pc:sldMk cId="4250187859" sldId="269"/>
            <ac:picMk id="133" creationId="{7422FB58-D117-DB61-17D4-142A525652B4}"/>
          </ac:picMkLst>
        </pc:picChg>
        <pc:cxnChg chg="add mod">
          <ac:chgData name="Valeria Baiocco" userId="797576ae-3c65-4fea-ba11-75464a983f8a" providerId="ADAL" clId="{C476691B-B7A2-451F-9E48-CE2FD766CD06}" dt="2026-04-22T09:43:11.797" v="5865" actId="1076"/>
          <ac:cxnSpMkLst>
            <pc:docMk/>
            <pc:sldMk cId="4250187859" sldId="269"/>
            <ac:cxnSpMk id="9" creationId="{9BCB58BE-B5E7-1FF0-7F89-D0C1BE44B377}"/>
          </ac:cxnSpMkLst>
        </pc:cxnChg>
        <pc:cxnChg chg="add mod">
          <ac:chgData name="Valeria Baiocco" userId="797576ae-3c65-4fea-ba11-75464a983f8a" providerId="ADAL" clId="{C476691B-B7A2-451F-9E48-CE2FD766CD06}" dt="2026-04-22T09:43:11.797" v="5865" actId="1076"/>
          <ac:cxnSpMkLst>
            <pc:docMk/>
            <pc:sldMk cId="4250187859" sldId="269"/>
            <ac:cxnSpMk id="17" creationId="{C9436829-7793-85F1-E2F1-9F86F82B4671}"/>
          </ac:cxnSpMkLst>
        </pc:cxnChg>
        <pc:cxnChg chg="add mod">
          <ac:chgData name="Valeria Baiocco" userId="797576ae-3c65-4fea-ba11-75464a983f8a" providerId="ADAL" clId="{C476691B-B7A2-451F-9E48-CE2FD766CD06}" dt="2026-04-22T09:42:55.506" v="5862" actId="1076"/>
          <ac:cxnSpMkLst>
            <pc:docMk/>
            <pc:sldMk cId="4250187859" sldId="269"/>
            <ac:cxnSpMk id="22" creationId="{64F8415F-103A-944E-924A-51D4CA174778}"/>
          </ac:cxnSpMkLst>
        </pc:cxnChg>
        <pc:cxnChg chg="add mod">
          <ac:chgData name="Valeria Baiocco" userId="797576ae-3c65-4fea-ba11-75464a983f8a" providerId="ADAL" clId="{C476691B-B7A2-451F-9E48-CE2FD766CD06}" dt="2026-04-22T09:43:11.797" v="5865" actId="1076"/>
          <ac:cxnSpMkLst>
            <pc:docMk/>
            <pc:sldMk cId="4250187859" sldId="269"/>
            <ac:cxnSpMk id="24" creationId="{EF3FD573-1B96-B6E1-8BBC-A7A7C3B208DA}"/>
          </ac:cxnSpMkLst>
        </pc:cxnChg>
        <pc:cxnChg chg="add mod">
          <ac:chgData name="Valeria Baiocco" userId="797576ae-3c65-4fea-ba11-75464a983f8a" providerId="ADAL" clId="{C476691B-B7A2-451F-9E48-CE2FD766CD06}" dt="2026-04-22T09:43:32.093" v="5874" actId="14100"/>
          <ac:cxnSpMkLst>
            <pc:docMk/>
            <pc:sldMk cId="4250187859" sldId="269"/>
            <ac:cxnSpMk id="83" creationId="{D2074C55-BCAF-AA5F-51A9-EEAC0C163C19}"/>
          </ac:cxnSpMkLst>
        </pc:cxnChg>
      </pc:sldChg>
      <pc:sldChg chg="addSp delSp modSp new mod">
        <pc:chgData name="Valeria Baiocco" userId="797576ae-3c65-4fea-ba11-75464a983f8a" providerId="ADAL" clId="{C476691B-B7A2-451F-9E48-CE2FD766CD06}" dt="2026-04-22T07:35:56.797" v="3582" actId="20577"/>
        <pc:sldMkLst>
          <pc:docMk/>
          <pc:sldMk cId="626629402" sldId="270"/>
        </pc:sldMkLst>
        <pc:spChg chg="mod">
          <ac:chgData name="Valeria Baiocco" userId="797576ae-3c65-4fea-ba11-75464a983f8a" providerId="ADAL" clId="{C476691B-B7A2-451F-9E48-CE2FD766CD06}" dt="2026-04-22T07:35:56.797" v="3582" actId="20577"/>
          <ac:spMkLst>
            <pc:docMk/>
            <pc:sldMk cId="626629402" sldId="270"/>
            <ac:spMk id="2" creationId="{9487E358-E51F-9310-586E-2EEF89DBE08B}"/>
          </ac:spMkLst>
        </pc:spChg>
        <pc:spChg chg="mod">
          <ac:chgData name="Valeria Baiocco" userId="797576ae-3c65-4fea-ba11-75464a983f8a" providerId="ADAL" clId="{C476691B-B7A2-451F-9E48-CE2FD766CD06}" dt="2026-04-17T14:07:03.195" v="3229" actId="790"/>
          <ac:spMkLst>
            <pc:docMk/>
            <pc:sldMk cId="626629402" sldId="270"/>
            <ac:spMk id="5" creationId="{80FFD27C-2BEB-5EE0-46AC-2ACF1EB905FC}"/>
          </ac:spMkLst>
        </pc:spChg>
        <pc:spChg chg="mod">
          <ac:chgData name="Valeria Baiocco" userId="797576ae-3c65-4fea-ba11-75464a983f8a" providerId="ADAL" clId="{C476691B-B7A2-451F-9E48-CE2FD766CD06}" dt="2026-04-17T14:07:03.195" v="3229" actId="790"/>
          <ac:spMkLst>
            <pc:docMk/>
            <pc:sldMk cId="626629402" sldId="270"/>
            <ac:spMk id="6" creationId="{3CDDFF7E-B968-4370-EEBB-2F52F06E8000}"/>
          </ac:spMkLst>
        </pc:spChg>
        <pc:spChg chg="add del mod">
          <ac:chgData name="Valeria Baiocco" userId="797576ae-3c65-4fea-ba11-75464a983f8a" providerId="ADAL" clId="{C476691B-B7A2-451F-9E48-CE2FD766CD06}" dt="2026-04-17T13:39:56.831" v="2775" actId="1076"/>
          <ac:spMkLst>
            <pc:docMk/>
            <pc:sldMk cId="626629402" sldId="270"/>
            <ac:spMk id="13" creationId="{A8E08496-094E-DDAF-B32C-735B1F034DA1}"/>
          </ac:spMkLst>
        </pc:spChg>
        <pc:spChg chg="add mod">
          <ac:chgData name="Valeria Baiocco" userId="797576ae-3c65-4fea-ba11-75464a983f8a" providerId="ADAL" clId="{C476691B-B7A2-451F-9E48-CE2FD766CD06}" dt="2026-04-17T14:07:03.195" v="3229" actId="790"/>
          <ac:spMkLst>
            <pc:docMk/>
            <pc:sldMk cId="626629402" sldId="270"/>
            <ac:spMk id="20" creationId="{F603FF58-8493-A855-DE1A-C1A4BDD387E7}"/>
          </ac:spMkLst>
        </pc:spChg>
        <pc:spChg chg="add mod">
          <ac:chgData name="Valeria Baiocco" userId="797576ae-3c65-4fea-ba11-75464a983f8a" providerId="ADAL" clId="{C476691B-B7A2-451F-9E48-CE2FD766CD06}" dt="2026-04-17T13:40:34.122" v="2790" actId="1076"/>
          <ac:spMkLst>
            <pc:docMk/>
            <pc:sldMk cId="626629402" sldId="270"/>
            <ac:spMk id="21" creationId="{153ADB79-6804-E531-3733-85EA4539F611}"/>
          </ac:spMkLst>
        </pc:spChg>
        <pc:spChg chg="add mod">
          <ac:chgData name="Valeria Baiocco" userId="797576ae-3c65-4fea-ba11-75464a983f8a" providerId="ADAL" clId="{C476691B-B7A2-451F-9E48-CE2FD766CD06}" dt="2026-04-17T14:07:03.195" v="3229" actId="790"/>
          <ac:spMkLst>
            <pc:docMk/>
            <pc:sldMk cId="626629402" sldId="270"/>
            <ac:spMk id="23" creationId="{FDE2FADE-CECC-90C1-45B1-1B07BC143399}"/>
          </ac:spMkLst>
        </pc:spChg>
        <pc:spChg chg="add mod">
          <ac:chgData name="Valeria Baiocco" userId="797576ae-3c65-4fea-ba11-75464a983f8a" providerId="ADAL" clId="{C476691B-B7A2-451F-9E48-CE2FD766CD06}" dt="2026-04-17T13:40:46.220" v="2795" actId="164"/>
          <ac:spMkLst>
            <pc:docMk/>
            <pc:sldMk cId="626629402" sldId="270"/>
            <ac:spMk id="24" creationId="{C71C0E73-F00F-C5DF-2CB7-BDE990058FE0}"/>
          </ac:spMkLst>
        </pc:spChg>
        <pc:spChg chg="mod">
          <ac:chgData name="Valeria Baiocco" userId="797576ae-3c65-4fea-ba11-75464a983f8a" providerId="ADAL" clId="{C476691B-B7A2-451F-9E48-CE2FD766CD06}" dt="2026-04-17T14:07:03.195" v="3229" actId="790"/>
          <ac:spMkLst>
            <pc:docMk/>
            <pc:sldMk cId="626629402" sldId="270"/>
            <ac:spMk id="29" creationId="{EB78B5AC-2232-4267-8E6F-0D7290042A33}"/>
          </ac:spMkLst>
        </pc:spChg>
        <pc:spChg chg="mod">
          <ac:chgData name="Valeria Baiocco" userId="797576ae-3c65-4fea-ba11-75464a983f8a" providerId="ADAL" clId="{C476691B-B7A2-451F-9E48-CE2FD766CD06}" dt="2026-04-17T13:42:05.950" v="2832" actId="14100"/>
          <ac:spMkLst>
            <pc:docMk/>
            <pc:sldMk cId="626629402" sldId="270"/>
            <ac:spMk id="30" creationId="{80FF552F-0A64-9A18-DD3C-E13FBAA165F2}"/>
          </ac:spMkLst>
        </pc:spChg>
        <pc:spChg chg="mod">
          <ac:chgData name="Valeria Baiocco" userId="797576ae-3c65-4fea-ba11-75464a983f8a" providerId="ADAL" clId="{C476691B-B7A2-451F-9E48-CE2FD766CD06}" dt="2026-04-17T14:07:03.195" v="3229" actId="790"/>
          <ac:spMkLst>
            <pc:docMk/>
            <pc:sldMk cId="626629402" sldId="270"/>
            <ac:spMk id="32" creationId="{3B563D5F-01FE-523B-2A18-4C7853E20541}"/>
          </ac:spMkLst>
        </pc:spChg>
        <pc:spChg chg="mod">
          <ac:chgData name="Valeria Baiocco" userId="797576ae-3c65-4fea-ba11-75464a983f8a" providerId="ADAL" clId="{C476691B-B7A2-451F-9E48-CE2FD766CD06}" dt="2026-04-17T14:07:03.195" v="3229" actId="790"/>
          <ac:spMkLst>
            <pc:docMk/>
            <pc:sldMk cId="626629402" sldId="270"/>
            <ac:spMk id="33" creationId="{2F4C1B00-3F36-6155-29F6-719293E9E53F}"/>
          </ac:spMkLst>
        </pc:spChg>
        <pc:spChg chg="mod">
          <ac:chgData name="Valeria Baiocco" userId="797576ae-3c65-4fea-ba11-75464a983f8a" providerId="ADAL" clId="{C476691B-B7A2-451F-9E48-CE2FD766CD06}" dt="2026-04-17T14:07:03.195" v="3229" actId="790"/>
          <ac:spMkLst>
            <pc:docMk/>
            <pc:sldMk cId="626629402" sldId="270"/>
            <ac:spMk id="35" creationId="{F9FBF963-295E-71B8-64F9-3C63D99C6DBD}"/>
          </ac:spMkLst>
        </pc:spChg>
        <pc:spChg chg="mod">
          <ac:chgData name="Valeria Baiocco" userId="797576ae-3c65-4fea-ba11-75464a983f8a" providerId="ADAL" clId="{C476691B-B7A2-451F-9E48-CE2FD766CD06}" dt="2026-04-17T14:07:03.195" v="3229" actId="790"/>
          <ac:spMkLst>
            <pc:docMk/>
            <pc:sldMk cId="626629402" sldId="270"/>
            <ac:spMk id="36" creationId="{EEBCDEA3-B27A-CF33-7ADD-75FEB098962E}"/>
          </ac:spMkLst>
        </pc:spChg>
        <pc:grpChg chg="add mod">
          <ac:chgData name="Valeria Baiocco" userId="797576ae-3c65-4fea-ba11-75464a983f8a" providerId="ADAL" clId="{C476691B-B7A2-451F-9E48-CE2FD766CD06}" dt="2026-04-17T13:42:14.001" v="2833" actId="14100"/>
          <ac:grpSpMkLst>
            <pc:docMk/>
            <pc:sldMk cId="626629402" sldId="270"/>
            <ac:grpSpMk id="27" creationId="{5A9EC67B-18C5-21A2-A1F0-C4E3139A5D82}"/>
          </ac:grpSpMkLst>
        </pc:grpChg>
        <pc:grpChg chg="add mod">
          <ac:chgData name="Valeria Baiocco" userId="797576ae-3c65-4fea-ba11-75464a983f8a" providerId="ADAL" clId="{C476691B-B7A2-451F-9E48-CE2FD766CD06}" dt="2026-04-17T13:42:17.225" v="2834" actId="14100"/>
          <ac:grpSpMkLst>
            <pc:docMk/>
            <pc:sldMk cId="626629402" sldId="270"/>
            <ac:grpSpMk id="28" creationId="{0C5FD57A-5040-4F65-A460-BC9B37F23A86}"/>
          </ac:grpSpMkLst>
        </pc:grpChg>
        <pc:grpChg chg="add mod">
          <ac:chgData name="Valeria Baiocco" userId="797576ae-3c65-4fea-ba11-75464a983f8a" providerId="ADAL" clId="{C476691B-B7A2-451F-9E48-CE2FD766CD06}" dt="2026-04-17T13:41:41.711" v="2822" actId="1035"/>
          <ac:grpSpMkLst>
            <pc:docMk/>
            <pc:sldMk cId="626629402" sldId="270"/>
            <ac:grpSpMk id="31" creationId="{580CC15C-31DD-0838-F74A-9450E451D9B5}"/>
          </ac:grpSpMkLst>
        </pc:grpChg>
        <pc:grpChg chg="add mod">
          <ac:chgData name="Valeria Baiocco" userId="797576ae-3c65-4fea-ba11-75464a983f8a" providerId="ADAL" clId="{C476691B-B7A2-451F-9E48-CE2FD766CD06}" dt="2026-04-17T13:41:57.414" v="2828" actId="14100"/>
          <ac:grpSpMkLst>
            <pc:docMk/>
            <pc:sldMk cId="626629402" sldId="270"/>
            <ac:grpSpMk id="34" creationId="{52EA6E80-CFC0-737F-8761-303D1D2282E5}"/>
          </ac:grpSpMkLst>
        </pc:grpChg>
        <pc:picChg chg="add del mod">
          <ac:chgData name="Valeria Baiocco" userId="797576ae-3c65-4fea-ba11-75464a983f8a" providerId="ADAL" clId="{C476691B-B7A2-451F-9E48-CE2FD766CD06}" dt="2026-04-17T13:41:49.864" v="2826" actId="1076"/>
          <ac:picMkLst>
            <pc:docMk/>
            <pc:sldMk cId="626629402" sldId="270"/>
            <ac:picMk id="22" creationId="{3199A4F8-74A1-85C7-422D-FDD2E32CC3B2}"/>
          </ac:picMkLst>
        </pc:picChg>
      </pc:sldChg>
      <pc:sldChg chg="addSp delSp modSp new mod">
        <pc:chgData name="Valeria Baiocco" userId="797576ae-3c65-4fea-ba11-75464a983f8a" providerId="ADAL" clId="{C476691B-B7A2-451F-9E48-CE2FD766CD06}" dt="2026-04-22T10:10:30.057" v="6820" actId="20577"/>
        <pc:sldMkLst>
          <pc:docMk/>
          <pc:sldMk cId="893170651" sldId="271"/>
        </pc:sldMkLst>
        <pc:spChg chg="mod">
          <ac:chgData name="Valeria Baiocco" userId="797576ae-3c65-4fea-ba11-75464a983f8a" providerId="ADAL" clId="{C476691B-B7A2-451F-9E48-CE2FD766CD06}" dt="2026-04-22T08:43:47.183" v="4995"/>
          <ac:spMkLst>
            <pc:docMk/>
            <pc:sldMk cId="893170651" sldId="271"/>
            <ac:spMk id="2" creationId="{960A67FE-173C-F0D4-6780-2B404195F868}"/>
          </ac:spMkLst>
        </pc:spChg>
        <pc:spChg chg="add mod">
          <ac:chgData name="Valeria Baiocco" userId="797576ae-3c65-4fea-ba11-75464a983f8a" providerId="ADAL" clId="{C476691B-B7A2-451F-9E48-CE2FD766CD06}" dt="2026-04-22T09:53:59.770" v="6235" actId="1076"/>
          <ac:spMkLst>
            <pc:docMk/>
            <pc:sldMk cId="893170651" sldId="271"/>
            <ac:spMk id="7" creationId="{692701B0-8082-143A-0BDF-38535FFE3FD9}"/>
          </ac:spMkLst>
        </pc:spChg>
        <pc:spChg chg="add mod">
          <ac:chgData name="Valeria Baiocco" userId="797576ae-3c65-4fea-ba11-75464a983f8a" providerId="ADAL" clId="{C476691B-B7A2-451F-9E48-CE2FD766CD06}" dt="2026-04-22T10:09:58.133" v="6707" actId="20577"/>
          <ac:spMkLst>
            <pc:docMk/>
            <pc:sldMk cId="893170651" sldId="271"/>
            <ac:spMk id="10" creationId="{2B650AF8-6572-AA79-A558-1B5285513774}"/>
          </ac:spMkLst>
        </pc:spChg>
        <pc:spChg chg="add mod">
          <ac:chgData name="Valeria Baiocco" userId="797576ae-3c65-4fea-ba11-75464a983f8a" providerId="ADAL" clId="{C476691B-B7A2-451F-9E48-CE2FD766CD06}" dt="2026-04-22T10:00:58.055" v="6391" actId="1076"/>
          <ac:spMkLst>
            <pc:docMk/>
            <pc:sldMk cId="893170651" sldId="271"/>
            <ac:spMk id="14" creationId="{C839345A-8530-E20D-16FB-8B39ACCDF682}"/>
          </ac:spMkLst>
        </pc:spChg>
        <pc:spChg chg="add mod">
          <ac:chgData name="Valeria Baiocco" userId="797576ae-3c65-4fea-ba11-75464a983f8a" providerId="ADAL" clId="{C476691B-B7A2-451F-9E48-CE2FD766CD06}" dt="2026-04-22T10:00:05.361" v="6331" actId="14100"/>
          <ac:spMkLst>
            <pc:docMk/>
            <pc:sldMk cId="893170651" sldId="271"/>
            <ac:spMk id="18" creationId="{3441BA41-8711-CA3A-EC3D-0C2FE8AD7CAD}"/>
          </ac:spMkLst>
        </pc:spChg>
        <pc:spChg chg="add mod">
          <ac:chgData name="Valeria Baiocco" userId="797576ae-3c65-4fea-ba11-75464a983f8a" providerId="ADAL" clId="{C476691B-B7A2-451F-9E48-CE2FD766CD06}" dt="2026-04-22T10:07:07.065" v="6587" actId="14100"/>
          <ac:spMkLst>
            <pc:docMk/>
            <pc:sldMk cId="893170651" sldId="271"/>
            <ac:spMk id="20" creationId="{111A42B7-F380-7E38-597A-EA0BE1D32FC4}"/>
          </ac:spMkLst>
        </pc:spChg>
        <pc:spChg chg="add mod">
          <ac:chgData name="Valeria Baiocco" userId="797576ae-3c65-4fea-ba11-75464a983f8a" providerId="ADAL" clId="{C476691B-B7A2-451F-9E48-CE2FD766CD06}" dt="2026-04-22T10:01:12.210" v="6395" actId="1076"/>
          <ac:spMkLst>
            <pc:docMk/>
            <pc:sldMk cId="893170651" sldId="271"/>
            <ac:spMk id="21" creationId="{5FB2E583-5298-EAA0-0D23-FDF2737A64B7}"/>
          </ac:spMkLst>
        </pc:spChg>
        <pc:spChg chg="add mod">
          <ac:chgData name="Valeria Baiocco" userId="797576ae-3c65-4fea-ba11-75464a983f8a" providerId="ADAL" clId="{C476691B-B7A2-451F-9E48-CE2FD766CD06}" dt="2026-04-22T10:07:31.940" v="6660" actId="20577"/>
          <ac:spMkLst>
            <pc:docMk/>
            <pc:sldMk cId="893170651" sldId="271"/>
            <ac:spMk id="29" creationId="{6577B32C-2825-7A4C-A979-858820DD4264}"/>
          </ac:spMkLst>
        </pc:spChg>
        <pc:spChg chg="add mod">
          <ac:chgData name="Valeria Baiocco" userId="797576ae-3c65-4fea-ba11-75464a983f8a" providerId="ADAL" clId="{C476691B-B7A2-451F-9E48-CE2FD766CD06}" dt="2026-04-22T10:09:52.066" v="6704" actId="21"/>
          <ac:spMkLst>
            <pc:docMk/>
            <pc:sldMk cId="893170651" sldId="271"/>
            <ac:spMk id="34" creationId="{8FFF7E2B-A96A-7F94-6CC9-8B9973772706}"/>
          </ac:spMkLst>
        </pc:spChg>
        <pc:spChg chg="add mod">
          <ac:chgData name="Valeria Baiocco" userId="797576ae-3c65-4fea-ba11-75464a983f8a" providerId="ADAL" clId="{C476691B-B7A2-451F-9E48-CE2FD766CD06}" dt="2026-04-22T10:10:30.057" v="6820" actId="20577"/>
          <ac:spMkLst>
            <pc:docMk/>
            <pc:sldMk cId="893170651" sldId="271"/>
            <ac:spMk id="37" creationId="{64018130-EABF-02EC-EFC7-4E707E4517FA}"/>
          </ac:spMkLst>
        </pc:spChg>
        <pc:spChg chg="add mod">
          <ac:chgData name="Valeria Baiocco" userId="797576ae-3c65-4fea-ba11-75464a983f8a" providerId="ADAL" clId="{C476691B-B7A2-451F-9E48-CE2FD766CD06}" dt="2026-04-22T09:34:19.293" v="5435" actId="1076"/>
          <ac:spMkLst>
            <pc:docMk/>
            <pc:sldMk cId="893170651" sldId="271"/>
            <ac:spMk id="47" creationId="{F27DE323-85F5-88ED-D7C4-D37B40AA3CA5}"/>
          </ac:spMkLst>
        </pc:spChg>
        <pc:spChg chg="add mod">
          <ac:chgData name="Valeria Baiocco" userId="797576ae-3c65-4fea-ba11-75464a983f8a" providerId="ADAL" clId="{C476691B-B7A2-451F-9E48-CE2FD766CD06}" dt="2026-04-22T09:34:19.293" v="5435" actId="1076"/>
          <ac:spMkLst>
            <pc:docMk/>
            <pc:sldMk cId="893170651" sldId="271"/>
            <ac:spMk id="48" creationId="{45F5174C-D937-F8E1-0CBB-F4397B322C08}"/>
          </ac:spMkLst>
        </pc:spChg>
        <pc:spChg chg="add mod">
          <ac:chgData name="Valeria Baiocco" userId="797576ae-3c65-4fea-ba11-75464a983f8a" providerId="ADAL" clId="{C476691B-B7A2-451F-9E48-CE2FD766CD06}" dt="2026-04-22T09:34:19.293" v="5435" actId="1076"/>
          <ac:spMkLst>
            <pc:docMk/>
            <pc:sldMk cId="893170651" sldId="271"/>
            <ac:spMk id="50" creationId="{A5188DEC-2B81-C497-FA1E-44EA61093561}"/>
          </ac:spMkLst>
        </pc:spChg>
        <pc:spChg chg="add mod">
          <ac:chgData name="Valeria Baiocco" userId="797576ae-3c65-4fea-ba11-75464a983f8a" providerId="ADAL" clId="{C476691B-B7A2-451F-9E48-CE2FD766CD06}" dt="2026-04-22T09:34:19.293" v="5435" actId="1076"/>
          <ac:spMkLst>
            <pc:docMk/>
            <pc:sldMk cId="893170651" sldId="271"/>
            <ac:spMk id="52" creationId="{9D50776F-FE31-14EE-C9AC-31B98C269FF3}"/>
          </ac:spMkLst>
        </pc:spChg>
        <pc:spChg chg="add mod">
          <ac:chgData name="Valeria Baiocco" userId="797576ae-3c65-4fea-ba11-75464a983f8a" providerId="ADAL" clId="{C476691B-B7A2-451F-9E48-CE2FD766CD06}" dt="2026-04-22T09:34:19.293" v="5435" actId="1076"/>
          <ac:spMkLst>
            <pc:docMk/>
            <pc:sldMk cId="893170651" sldId="271"/>
            <ac:spMk id="53" creationId="{ED713752-A353-74B1-099F-4CEEEDEA3DC1}"/>
          </ac:spMkLst>
        </pc:spChg>
        <pc:spChg chg="add mod">
          <ac:chgData name="Valeria Baiocco" userId="797576ae-3c65-4fea-ba11-75464a983f8a" providerId="ADAL" clId="{C476691B-B7A2-451F-9E48-CE2FD766CD06}" dt="2026-04-22T09:34:19.293" v="5435" actId="1076"/>
          <ac:spMkLst>
            <pc:docMk/>
            <pc:sldMk cId="893170651" sldId="271"/>
            <ac:spMk id="57" creationId="{B7B0C288-38B4-6055-613D-47EDBDABF841}"/>
          </ac:spMkLst>
        </pc:spChg>
        <pc:spChg chg="add mod">
          <ac:chgData name="Valeria Baiocco" userId="797576ae-3c65-4fea-ba11-75464a983f8a" providerId="ADAL" clId="{C476691B-B7A2-451F-9E48-CE2FD766CD06}" dt="2026-04-22T09:34:19.293" v="5435" actId="1076"/>
          <ac:spMkLst>
            <pc:docMk/>
            <pc:sldMk cId="893170651" sldId="271"/>
            <ac:spMk id="58" creationId="{77BC1E2D-0567-66E8-E56C-193ED4456A3E}"/>
          </ac:spMkLst>
        </pc:spChg>
        <pc:spChg chg="add mod">
          <ac:chgData name="Valeria Baiocco" userId="797576ae-3c65-4fea-ba11-75464a983f8a" providerId="ADAL" clId="{C476691B-B7A2-451F-9E48-CE2FD766CD06}" dt="2026-04-22T09:34:19.293" v="5435" actId="1076"/>
          <ac:spMkLst>
            <pc:docMk/>
            <pc:sldMk cId="893170651" sldId="271"/>
            <ac:spMk id="67" creationId="{736767C7-509B-8751-A28D-5E0765CA79E9}"/>
          </ac:spMkLst>
        </pc:spChg>
        <pc:spChg chg="add mod">
          <ac:chgData name="Valeria Baiocco" userId="797576ae-3c65-4fea-ba11-75464a983f8a" providerId="ADAL" clId="{C476691B-B7A2-451F-9E48-CE2FD766CD06}" dt="2026-04-22T09:34:19.293" v="5435" actId="1076"/>
          <ac:spMkLst>
            <pc:docMk/>
            <pc:sldMk cId="893170651" sldId="271"/>
            <ac:spMk id="107" creationId="{E12795B3-3C41-49D9-10C3-543BC657CF5D}"/>
          </ac:spMkLst>
        </pc:spChg>
        <pc:spChg chg="add mod">
          <ac:chgData name="Valeria Baiocco" userId="797576ae-3c65-4fea-ba11-75464a983f8a" providerId="ADAL" clId="{C476691B-B7A2-451F-9E48-CE2FD766CD06}" dt="2026-04-22T09:34:19.293" v="5435" actId="1076"/>
          <ac:spMkLst>
            <pc:docMk/>
            <pc:sldMk cId="893170651" sldId="271"/>
            <ac:spMk id="111" creationId="{86AA9B06-56BF-A4D9-2F7D-0CB9356B98AE}"/>
          </ac:spMkLst>
        </pc:spChg>
        <pc:picChg chg="add mod">
          <ac:chgData name="Valeria Baiocco" userId="797576ae-3c65-4fea-ba11-75464a983f8a" providerId="ADAL" clId="{C476691B-B7A2-451F-9E48-CE2FD766CD06}" dt="2026-04-22T09:47:50.213" v="6225" actId="1076"/>
          <ac:picMkLst>
            <pc:docMk/>
            <pc:sldMk cId="893170651" sldId="271"/>
            <ac:picMk id="11" creationId="{9E7DA333-E9ED-7A50-4802-2C237E3B384F}"/>
          </ac:picMkLst>
        </pc:picChg>
        <pc:picChg chg="add mod">
          <ac:chgData name="Valeria Baiocco" userId="797576ae-3c65-4fea-ba11-75464a983f8a" providerId="ADAL" clId="{C476691B-B7A2-451F-9E48-CE2FD766CD06}" dt="2026-04-22T09:47:56.532" v="6227" actId="1076"/>
          <ac:picMkLst>
            <pc:docMk/>
            <pc:sldMk cId="893170651" sldId="271"/>
            <ac:picMk id="12" creationId="{A9A7382B-8D0B-B5C2-0FEA-263F63FEBD46}"/>
          </ac:picMkLst>
        </pc:picChg>
        <pc:picChg chg="add mod">
          <ac:chgData name="Valeria Baiocco" userId="797576ae-3c65-4fea-ba11-75464a983f8a" providerId="ADAL" clId="{C476691B-B7A2-451F-9E48-CE2FD766CD06}" dt="2026-04-22T09:59:17.986" v="6262" actId="1076"/>
          <ac:picMkLst>
            <pc:docMk/>
            <pc:sldMk cId="893170651" sldId="271"/>
            <ac:picMk id="13" creationId="{8C59F5BF-9CFD-2071-BCFF-5ABC47DDC3E4}"/>
          </ac:picMkLst>
        </pc:picChg>
        <pc:cxnChg chg="add mod">
          <ac:chgData name="Valeria Baiocco" userId="797576ae-3c65-4fea-ba11-75464a983f8a" providerId="ADAL" clId="{C476691B-B7A2-451F-9E48-CE2FD766CD06}" dt="2026-04-22T09:59:28.308" v="6264" actId="108"/>
          <ac:cxnSpMkLst>
            <pc:docMk/>
            <pc:sldMk cId="893170651" sldId="271"/>
            <ac:cxnSpMk id="17" creationId="{0923A341-8FDA-603F-7CED-C15CB95F1CC6}"/>
          </ac:cxnSpMkLst>
        </pc:cxnChg>
        <pc:cxnChg chg="add mod">
          <ac:chgData name="Valeria Baiocco" userId="797576ae-3c65-4fea-ba11-75464a983f8a" providerId="ADAL" clId="{C476691B-B7A2-451F-9E48-CE2FD766CD06}" dt="2026-04-22T10:00:10.975" v="6333" actId="1076"/>
          <ac:cxnSpMkLst>
            <pc:docMk/>
            <pc:sldMk cId="893170651" sldId="271"/>
            <ac:cxnSpMk id="19" creationId="{AAE3BB0A-B780-BA20-CAD5-2F974DFB0F4B}"/>
          </ac:cxnSpMkLst>
        </pc:cxnChg>
        <pc:cxnChg chg="add mod">
          <ac:chgData name="Valeria Baiocco" userId="797576ae-3c65-4fea-ba11-75464a983f8a" providerId="ADAL" clId="{C476691B-B7A2-451F-9E48-CE2FD766CD06}" dt="2026-04-22T10:07:11.919" v="6589" actId="1076"/>
          <ac:cxnSpMkLst>
            <pc:docMk/>
            <pc:sldMk cId="893170651" sldId="271"/>
            <ac:cxnSpMk id="28" creationId="{94B87F1E-8397-795C-FF09-39ECC6A90F8C}"/>
          </ac:cxnSpMkLst>
        </pc:cxnChg>
        <pc:cxnChg chg="add mod">
          <ac:chgData name="Valeria Baiocco" userId="797576ae-3c65-4fea-ba11-75464a983f8a" providerId="ADAL" clId="{C476691B-B7A2-451F-9E48-CE2FD766CD06}" dt="2026-04-22T10:10:02.641" v="6709" actId="1076"/>
          <ac:cxnSpMkLst>
            <pc:docMk/>
            <pc:sldMk cId="893170651" sldId="271"/>
            <ac:cxnSpMk id="36" creationId="{1C63F682-4FFF-4379-7315-16E7875FB862}"/>
          </ac:cxnSpMkLst>
        </pc:cxnChg>
      </pc:sldChg>
      <pc:sldChg chg="delSp modSp new mod">
        <pc:chgData name="Valeria Baiocco" userId="797576ae-3c65-4fea-ba11-75464a983f8a" providerId="ADAL" clId="{C476691B-B7A2-451F-9E48-CE2FD766CD06}" dt="2026-04-23T15:38:13.095" v="9479" actId="20577"/>
        <pc:sldMkLst>
          <pc:docMk/>
          <pc:sldMk cId="4064156479" sldId="272"/>
        </pc:sldMkLst>
        <pc:spChg chg="mod">
          <ac:chgData name="Valeria Baiocco" userId="797576ae-3c65-4fea-ba11-75464a983f8a" providerId="ADAL" clId="{C476691B-B7A2-451F-9E48-CE2FD766CD06}" dt="2026-04-23T15:38:13.095" v="9479" actId="20577"/>
          <ac:spMkLst>
            <pc:docMk/>
            <pc:sldMk cId="4064156479" sldId="272"/>
            <ac:spMk id="3" creationId="{A587E492-A5C7-36B1-FA6B-B6CB6221FE19}"/>
          </ac:spMkLst>
        </pc:spChg>
      </pc:sldChg>
      <pc:sldChg chg="addSp delSp modSp new mod ord">
        <pc:chgData name="Valeria Baiocco" userId="797576ae-3c65-4fea-ba11-75464a983f8a" providerId="ADAL" clId="{C476691B-B7A2-451F-9E48-CE2FD766CD06}" dt="2026-05-05T11:39:26.269" v="13209" actId="20577"/>
        <pc:sldMkLst>
          <pc:docMk/>
          <pc:sldMk cId="2146200306" sldId="273"/>
        </pc:sldMkLst>
        <pc:spChg chg="mod">
          <ac:chgData name="Valeria Baiocco" userId="797576ae-3c65-4fea-ba11-75464a983f8a" providerId="ADAL" clId="{C476691B-B7A2-451F-9E48-CE2FD766CD06}" dt="2026-04-24T13:49:05.787" v="9527" actId="20577"/>
          <ac:spMkLst>
            <pc:docMk/>
            <pc:sldMk cId="2146200306" sldId="273"/>
            <ac:spMk id="2" creationId="{DB089CA9-E817-C3CA-B320-9AF95FC4C119}"/>
          </ac:spMkLst>
        </pc:spChg>
        <pc:spChg chg="add mod">
          <ac:chgData name="Valeria Baiocco" userId="797576ae-3c65-4fea-ba11-75464a983f8a" providerId="ADAL" clId="{C476691B-B7A2-451F-9E48-CE2FD766CD06}" dt="2026-05-05T11:39:26.269" v="13209" actId="20577"/>
          <ac:spMkLst>
            <pc:docMk/>
            <pc:sldMk cId="2146200306" sldId="273"/>
            <ac:spMk id="3" creationId="{867D6A2F-EDB8-F482-DE61-DC6410574F89}"/>
          </ac:spMkLst>
        </pc:spChg>
        <pc:grpChg chg="add mod">
          <ac:chgData name="Valeria Baiocco" userId="797576ae-3c65-4fea-ba11-75464a983f8a" providerId="ADAL" clId="{C476691B-B7A2-451F-9E48-CE2FD766CD06}" dt="2026-04-24T13:54:51.687" v="9774" actId="164"/>
          <ac:grpSpMkLst>
            <pc:docMk/>
            <pc:sldMk cId="2146200306" sldId="273"/>
            <ac:grpSpMk id="15" creationId="{DF2125B0-0C2D-4629-371B-9DD3F3F72B44}"/>
          </ac:grpSpMkLst>
        </pc:grpChg>
        <pc:cxnChg chg="add mod">
          <ac:chgData name="Valeria Baiocco" userId="797576ae-3c65-4fea-ba11-75464a983f8a" providerId="ADAL" clId="{C476691B-B7A2-451F-9E48-CE2FD766CD06}" dt="2026-04-24T13:54:51.687" v="9774" actId="164"/>
          <ac:cxnSpMkLst>
            <pc:docMk/>
            <pc:sldMk cId="2146200306" sldId="273"/>
            <ac:cxnSpMk id="9" creationId="{8816C2BE-CF98-9042-2A92-21D5A446DC5C}"/>
          </ac:cxnSpMkLst>
        </pc:cxnChg>
        <pc:cxnChg chg="add mod">
          <ac:chgData name="Valeria Baiocco" userId="797576ae-3c65-4fea-ba11-75464a983f8a" providerId="ADAL" clId="{C476691B-B7A2-451F-9E48-CE2FD766CD06}" dt="2026-04-24T13:54:51.687" v="9774" actId="164"/>
          <ac:cxnSpMkLst>
            <pc:docMk/>
            <pc:sldMk cId="2146200306" sldId="273"/>
            <ac:cxnSpMk id="10" creationId="{E347FCDB-4B09-E0BB-06B2-2779603824F2}"/>
          </ac:cxnSpMkLst>
        </pc:cxnChg>
        <pc:cxnChg chg="add mod">
          <ac:chgData name="Valeria Baiocco" userId="797576ae-3c65-4fea-ba11-75464a983f8a" providerId="ADAL" clId="{C476691B-B7A2-451F-9E48-CE2FD766CD06}" dt="2026-04-24T13:54:51.687" v="9774" actId="164"/>
          <ac:cxnSpMkLst>
            <pc:docMk/>
            <pc:sldMk cId="2146200306" sldId="273"/>
            <ac:cxnSpMk id="14" creationId="{517FCE5F-7DE2-8F10-1F25-2A10151C0938}"/>
          </ac:cxnSpMkLst>
        </pc:cxnChg>
      </pc:sldChg>
      <pc:sldChg chg="addSp delSp modSp new mod">
        <pc:chgData name="Valeria Baiocco" userId="797576ae-3c65-4fea-ba11-75464a983f8a" providerId="ADAL" clId="{C476691B-B7A2-451F-9E48-CE2FD766CD06}" dt="2026-04-29T08:35:35.484" v="11624" actId="20577"/>
        <pc:sldMkLst>
          <pc:docMk/>
          <pc:sldMk cId="3240575572" sldId="274"/>
        </pc:sldMkLst>
        <pc:spChg chg="mod">
          <ac:chgData name="Valeria Baiocco" userId="797576ae-3c65-4fea-ba11-75464a983f8a" providerId="ADAL" clId="{C476691B-B7A2-451F-9E48-CE2FD766CD06}" dt="2026-04-24T15:08:54.539" v="9929" actId="20577"/>
          <ac:spMkLst>
            <pc:docMk/>
            <pc:sldMk cId="3240575572" sldId="274"/>
            <ac:spMk id="2" creationId="{E07410D1-E3CF-2D28-D677-929C622909AE}"/>
          </ac:spMkLst>
        </pc:spChg>
        <pc:spChg chg="add mod">
          <ac:chgData name="Valeria Baiocco" userId="797576ae-3c65-4fea-ba11-75464a983f8a" providerId="ADAL" clId="{C476691B-B7A2-451F-9E48-CE2FD766CD06}" dt="2026-04-29T08:35:35.484" v="11624" actId="20577"/>
          <ac:spMkLst>
            <pc:docMk/>
            <pc:sldMk cId="3240575572" sldId="274"/>
            <ac:spMk id="3" creationId="{29149E84-74D5-780A-CA26-66E77CDE3B44}"/>
          </ac:spMkLst>
        </pc:spChg>
        <pc:spChg chg="add mod">
          <ac:chgData name="Valeria Baiocco" userId="797576ae-3c65-4fea-ba11-75464a983f8a" providerId="ADAL" clId="{C476691B-B7A2-451F-9E48-CE2FD766CD06}" dt="2026-04-27T08:15:25.401" v="10295" actId="1076"/>
          <ac:spMkLst>
            <pc:docMk/>
            <pc:sldMk cId="3240575572" sldId="274"/>
            <ac:spMk id="8" creationId="{AEB20DBA-98D8-8F1F-58C9-C448497CD4F6}"/>
          </ac:spMkLst>
        </pc:spChg>
        <pc:spChg chg="add mod">
          <ac:chgData name="Valeria Baiocco" userId="797576ae-3c65-4fea-ba11-75464a983f8a" providerId="ADAL" clId="{C476691B-B7A2-451F-9E48-CE2FD766CD06}" dt="2026-04-27T09:23:40.648" v="10365" actId="2711"/>
          <ac:spMkLst>
            <pc:docMk/>
            <pc:sldMk cId="3240575572" sldId="274"/>
            <ac:spMk id="11" creationId="{4FE8CA70-780C-69AC-7409-6CC5BF35CA53}"/>
          </ac:spMkLst>
        </pc:spChg>
      </pc:sldChg>
      <pc:sldChg chg="addSp delSp modSp new mod">
        <pc:chgData name="Valeria Baiocco" userId="797576ae-3c65-4fea-ba11-75464a983f8a" providerId="ADAL" clId="{C476691B-B7A2-451F-9E48-CE2FD766CD06}" dt="2026-04-27T10:04:05.665" v="10366" actId="1076"/>
        <pc:sldMkLst>
          <pc:docMk/>
          <pc:sldMk cId="738811028" sldId="275"/>
        </pc:sldMkLst>
        <pc:spChg chg="mod">
          <ac:chgData name="Valeria Baiocco" userId="797576ae-3c65-4fea-ba11-75464a983f8a" providerId="ADAL" clId="{C476691B-B7A2-451F-9E48-CE2FD766CD06}" dt="2026-04-27T08:01:27.818" v="10046" actId="20577"/>
          <ac:spMkLst>
            <pc:docMk/>
            <pc:sldMk cId="738811028" sldId="275"/>
            <ac:spMk id="2" creationId="{63F4A241-A8F0-9C8E-D37B-9C7999E8778F}"/>
          </ac:spMkLst>
        </pc:spChg>
        <pc:spChg chg="add mod">
          <ac:chgData name="Valeria Baiocco" userId="797576ae-3c65-4fea-ba11-75464a983f8a" providerId="ADAL" clId="{C476691B-B7A2-451F-9E48-CE2FD766CD06}" dt="2026-04-27T10:04:05.665" v="10366" actId="1076"/>
          <ac:spMkLst>
            <pc:docMk/>
            <pc:sldMk cId="738811028" sldId="275"/>
            <ac:spMk id="8" creationId="{D7C254F1-7AAE-7C75-ABAA-398C01A8ED41}"/>
          </ac:spMkLst>
        </pc:spChg>
      </pc:sldChg>
      <pc:sldChg chg="modSp new mod">
        <pc:chgData name="Valeria Baiocco" userId="797576ae-3c65-4fea-ba11-75464a983f8a" providerId="ADAL" clId="{C476691B-B7A2-451F-9E48-CE2FD766CD06}" dt="2026-04-27T12:01:38.117" v="11362" actId="20577"/>
        <pc:sldMkLst>
          <pc:docMk/>
          <pc:sldMk cId="3434771549" sldId="276"/>
        </pc:sldMkLst>
        <pc:spChg chg="mod">
          <ac:chgData name="Valeria Baiocco" userId="797576ae-3c65-4fea-ba11-75464a983f8a" providerId="ADAL" clId="{C476691B-B7A2-451F-9E48-CE2FD766CD06}" dt="2026-04-27T10:04:19.682" v="10425" actId="20577"/>
          <ac:spMkLst>
            <pc:docMk/>
            <pc:sldMk cId="3434771549" sldId="276"/>
            <ac:spMk id="2" creationId="{74A8B3A1-5E62-75CD-C197-64F1411108BE}"/>
          </ac:spMkLst>
        </pc:spChg>
        <pc:spChg chg="mod">
          <ac:chgData name="Valeria Baiocco" userId="797576ae-3c65-4fea-ba11-75464a983f8a" providerId="ADAL" clId="{C476691B-B7A2-451F-9E48-CE2FD766CD06}" dt="2026-04-27T12:01:38.117" v="11362" actId="20577"/>
          <ac:spMkLst>
            <pc:docMk/>
            <pc:sldMk cId="3434771549" sldId="276"/>
            <ac:spMk id="3" creationId="{A2695C85-1AE2-F02D-4B49-66B98147049E}"/>
          </ac:spMkLst>
        </pc:spChg>
      </pc:sldChg>
      <pc:sldChg chg="modSp new mod">
        <pc:chgData name="Valeria Baiocco" userId="797576ae-3c65-4fea-ba11-75464a983f8a" providerId="ADAL" clId="{C476691B-B7A2-451F-9E48-CE2FD766CD06}" dt="2026-04-29T08:56:06.139" v="11645" actId="20577"/>
        <pc:sldMkLst>
          <pc:docMk/>
          <pc:sldMk cId="3091960228" sldId="277"/>
        </pc:sldMkLst>
        <pc:spChg chg="mod">
          <ac:chgData name="Valeria Baiocco" userId="797576ae-3c65-4fea-ba11-75464a983f8a" providerId="ADAL" clId="{C476691B-B7A2-451F-9E48-CE2FD766CD06}" dt="2026-04-29T08:56:06.139" v="11645" actId="20577"/>
          <ac:spMkLst>
            <pc:docMk/>
            <pc:sldMk cId="3091960228" sldId="277"/>
            <ac:spMk id="2" creationId="{CC8EAC27-90B4-35B4-43C4-20C562739D37}"/>
          </ac:spMkLst>
        </pc:spChg>
        <pc:spChg chg="mod">
          <ac:chgData name="Valeria Baiocco" userId="797576ae-3c65-4fea-ba11-75464a983f8a" providerId="ADAL" clId="{C476691B-B7A2-451F-9E48-CE2FD766CD06}" dt="2026-04-29T07:57:58.890" v="11372" actId="6549"/>
          <ac:spMkLst>
            <pc:docMk/>
            <pc:sldMk cId="3091960228" sldId="277"/>
            <ac:spMk id="3" creationId="{95434C52-31F1-F060-73AF-9F33B080A2AE}"/>
          </ac:spMkLst>
        </pc:spChg>
      </pc:sldChg>
      <pc:sldChg chg="modSp add mod">
        <pc:chgData name="Valeria Baiocco" userId="797576ae-3c65-4fea-ba11-75464a983f8a" providerId="ADAL" clId="{C476691B-B7A2-451F-9E48-CE2FD766CD06}" dt="2026-05-05T08:40:46.357" v="13208" actId="6549"/>
        <pc:sldMkLst>
          <pc:docMk/>
          <pc:sldMk cId="1473509991" sldId="278"/>
        </pc:sldMkLst>
        <pc:spChg chg="mod">
          <ac:chgData name="Valeria Baiocco" userId="797576ae-3c65-4fea-ba11-75464a983f8a" providerId="ADAL" clId="{C476691B-B7A2-451F-9E48-CE2FD766CD06}" dt="2026-04-29T08:56:12.330" v="11649" actId="20577"/>
          <ac:spMkLst>
            <pc:docMk/>
            <pc:sldMk cId="1473509991" sldId="278"/>
            <ac:spMk id="2" creationId="{27874C45-E86C-6B36-DC1F-1D107F9176DB}"/>
          </ac:spMkLst>
        </pc:spChg>
        <pc:spChg chg="mod">
          <ac:chgData name="Valeria Baiocco" userId="797576ae-3c65-4fea-ba11-75464a983f8a" providerId="ADAL" clId="{C476691B-B7A2-451F-9E48-CE2FD766CD06}" dt="2026-05-05T08:40:46.357" v="13208" actId="6549"/>
          <ac:spMkLst>
            <pc:docMk/>
            <pc:sldMk cId="1473509991" sldId="278"/>
            <ac:spMk id="3" creationId="{3BDCB7B5-5417-8D2D-EA37-F73A0E3C81E9}"/>
          </ac:spMkLst>
        </pc:spChg>
      </pc:sldChg>
      <pc:sldChg chg="modSp new mod">
        <pc:chgData name="Valeria Baiocco" userId="797576ae-3c65-4fea-ba11-75464a983f8a" providerId="ADAL" clId="{C476691B-B7A2-451F-9E48-CE2FD766CD06}" dt="2026-04-29T10:11:42.051" v="11726" actId="20577"/>
        <pc:sldMkLst>
          <pc:docMk/>
          <pc:sldMk cId="1457142144" sldId="279"/>
        </pc:sldMkLst>
        <pc:spChg chg="mod">
          <ac:chgData name="Valeria Baiocco" userId="797576ae-3c65-4fea-ba11-75464a983f8a" providerId="ADAL" clId="{C476691B-B7A2-451F-9E48-CE2FD766CD06}" dt="2026-04-29T10:11:26.406" v="11684" actId="20577"/>
          <ac:spMkLst>
            <pc:docMk/>
            <pc:sldMk cId="1457142144" sldId="279"/>
            <ac:spMk id="2" creationId="{51FD2284-0827-2A87-0BE5-72F3BC3C031A}"/>
          </ac:spMkLst>
        </pc:spChg>
        <pc:spChg chg="mod">
          <ac:chgData name="Valeria Baiocco" userId="797576ae-3c65-4fea-ba11-75464a983f8a" providerId="ADAL" clId="{C476691B-B7A2-451F-9E48-CE2FD766CD06}" dt="2026-04-29T10:11:42.051" v="11726" actId="20577"/>
          <ac:spMkLst>
            <pc:docMk/>
            <pc:sldMk cId="1457142144" sldId="279"/>
            <ac:spMk id="3" creationId="{4E37D887-495D-ECAD-58D4-9514592C7C53}"/>
          </ac:spMkLst>
        </pc:spChg>
      </pc:sldChg>
      <pc:sldChg chg="modSp add mod">
        <pc:chgData name="Valeria Baiocco" userId="797576ae-3c65-4fea-ba11-75464a983f8a" providerId="ADAL" clId="{C476691B-B7A2-451F-9E48-CE2FD766CD06}" dt="2026-05-04T11:22:12.049" v="12482" actId="114"/>
        <pc:sldMkLst>
          <pc:docMk/>
          <pc:sldMk cId="1477574225" sldId="280"/>
        </pc:sldMkLst>
        <pc:spChg chg="mod">
          <ac:chgData name="Valeria Baiocco" userId="797576ae-3c65-4fea-ba11-75464a983f8a" providerId="ADAL" clId="{C476691B-B7A2-451F-9E48-CE2FD766CD06}" dt="2026-05-04T09:10:33.156" v="12103" actId="20577"/>
          <ac:spMkLst>
            <pc:docMk/>
            <pc:sldMk cId="1477574225" sldId="280"/>
            <ac:spMk id="2" creationId="{A14DF5B6-3F9F-570C-ED21-2C3D7DB341BB}"/>
          </ac:spMkLst>
        </pc:spChg>
        <pc:spChg chg="mod">
          <ac:chgData name="Valeria Baiocco" userId="797576ae-3c65-4fea-ba11-75464a983f8a" providerId="ADAL" clId="{C476691B-B7A2-451F-9E48-CE2FD766CD06}" dt="2026-05-04T11:22:12.049" v="12482" actId="114"/>
          <ac:spMkLst>
            <pc:docMk/>
            <pc:sldMk cId="1477574225" sldId="280"/>
            <ac:spMk id="3" creationId="{E1529E77-A9AD-3FF2-FDF6-0C2C12F63108}"/>
          </ac:spMkLst>
        </pc:spChg>
      </pc:sldChg>
      <pc:sldChg chg="delSp modSp new mod">
        <pc:chgData name="Valeria Baiocco" userId="797576ae-3c65-4fea-ba11-75464a983f8a" providerId="ADAL" clId="{C476691B-B7A2-451F-9E48-CE2FD766CD06}" dt="2026-05-04T12:42:27.725" v="13031" actId="478"/>
        <pc:sldMkLst>
          <pc:docMk/>
          <pc:sldMk cId="4143036220" sldId="281"/>
        </pc:sldMkLst>
        <pc:spChg chg="del">
          <ac:chgData name="Valeria Baiocco" userId="797576ae-3c65-4fea-ba11-75464a983f8a" providerId="ADAL" clId="{C476691B-B7A2-451F-9E48-CE2FD766CD06}" dt="2026-05-04T12:42:27.725" v="13031" actId="478"/>
          <ac:spMkLst>
            <pc:docMk/>
            <pc:sldMk cId="4143036220" sldId="281"/>
            <ac:spMk id="2" creationId="{2D4C83F2-9D7B-23A4-84E2-FD7FB20C1813}"/>
          </ac:spMkLst>
        </pc:spChg>
        <pc:spChg chg="mod">
          <ac:chgData name="Valeria Baiocco" userId="797576ae-3c65-4fea-ba11-75464a983f8a" providerId="ADAL" clId="{C476691B-B7A2-451F-9E48-CE2FD766CD06}" dt="2026-05-04T12:42:26.376" v="13030" actId="1076"/>
          <ac:spMkLst>
            <pc:docMk/>
            <pc:sldMk cId="4143036220" sldId="281"/>
            <ac:spMk id="3" creationId="{E741E353-847D-1321-A5DC-5D1698E44EF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A2F874-A982-4EC3-BD4B-BD59E32C66C1}" type="datetimeFigureOut">
              <a:rPr lang="it-IT" smtClean="0"/>
              <a:t>15/06/2026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062F2E-6FDF-4A6B-AB76-08EC33B12539}" type="slidenum">
              <a:rPr lang="it-IT" smtClean="0"/>
              <a:t>‹#›</a:t>
            </a:fld>
            <a:endParaRPr lang="it-IT"/>
          </a:p>
        </p:txBody>
      </p:sp>
    </p:spTree>
    <p:extLst>
      <p:ext uri="{BB962C8B-B14F-4D97-AF65-F5344CB8AC3E}">
        <p14:creationId xmlns:p14="http://schemas.microsoft.com/office/powerpoint/2010/main" val="1517886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dice_A">
    <p:bg>
      <p:bgPr>
        <a:solidFill>
          <a:schemeClr val="accent2"/>
        </a:solidFill>
        <a:effectLst/>
      </p:bgPr>
    </p:bg>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0933319C-8AC5-4764-9981-AEA331D30C57}"/>
              </a:ext>
            </a:extLst>
          </p:cNvPr>
          <p:cNvSpPr/>
          <p:nvPr userDrawn="1"/>
        </p:nvSpPr>
        <p:spPr>
          <a:xfrm>
            <a:off x="0" y="0"/>
            <a:ext cx="285591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6847A823-6861-4ED7-916A-EB4BF5CE6D62}"/>
              </a:ext>
            </a:extLst>
          </p:cNvPr>
          <p:cNvSpPr>
            <a:spLocks noGrp="1"/>
          </p:cNvSpPr>
          <p:nvPr>
            <p:ph type="title"/>
          </p:nvPr>
        </p:nvSpPr>
        <p:spPr>
          <a:xfrm>
            <a:off x="334964" y="808073"/>
            <a:ext cx="2163688" cy="840083"/>
          </a:xfrm>
        </p:spPr>
        <p:txBody>
          <a:bodyPr/>
          <a:lstStyle>
            <a:lvl1pPr>
              <a:defRPr/>
            </a:lvl1pPr>
          </a:lstStyle>
          <a:p>
            <a:endParaRPr lang="it-IT" dirty="0"/>
          </a:p>
        </p:txBody>
      </p:sp>
      <p:sp>
        <p:nvSpPr>
          <p:cNvPr id="3" name="Segnaposto data 2">
            <a:extLst>
              <a:ext uri="{FF2B5EF4-FFF2-40B4-BE49-F238E27FC236}">
                <a16:creationId xmlns:a16="http://schemas.microsoft.com/office/drawing/2014/main" id="{C86D3BA3-83F0-4C02-8636-ACA6EA9DFFCA}"/>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a16:creationId xmlns:a16="http://schemas.microsoft.com/office/drawing/2014/main" id="{7CB1FEA7-7590-4AD0-A0B1-4809206902FD}"/>
              </a:ext>
            </a:extLst>
          </p:cNvPr>
          <p:cNvSpPr>
            <a:spLocks noGrp="1"/>
          </p:cNvSpPr>
          <p:nvPr>
            <p:ph type="ftr" sz="quarter" idx="11"/>
          </p:nvPr>
        </p:nvSpPr>
        <p:spPr/>
        <p:txBody>
          <a:bodyPr/>
          <a:lstStyle/>
          <a:p>
            <a:r>
              <a:rPr lang="en-US"/>
              <a:t>Department of Energy</a:t>
            </a:r>
            <a:endParaRPr lang="it-IT" dirty="0"/>
          </a:p>
        </p:txBody>
      </p:sp>
      <p:sp>
        <p:nvSpPr>
          <p:cNvPr id="5" name="Segnaposto numero diapositiva 4">
            <a:extLst>
              <a:ext uri="{FF2B5EF4-FFF2-40B4-BE49-F238E27FC236}">
                <a16:creationId xmlns:a16="http://schemas.microsoft.com/office/drawing/2014/main" id="{F95199BD-4F67-4AA1-A795-95C0BF541294}"/>
              </a:ext>
            </a:extLst>
          </p:cNvPr>
          <p:cNvSpPr>
            <a:spLocks noGrp="1"/>
          </p:cNvSpPr>
          <p:nvPr>
            <p:ph type="sldNum" sz="quarter" idx="12"/>
          </p:nvPr>
        </p:nvSpPr>
        <p:spPr/>
        <p:txBody>
          <a:bodyPr/>
          <a:lstStyle/>
          <a:p>
            <a:fld id="{3135EEA2-8D42-4D46-95A6-66E65FDC5EB1}" type="slidenum">
              <a:rPr lang="it-IT" smtClean="0"/>
              <a:pPr/>
              <a:t>‹#›</a:t>
            </a:fld>
            <a:endParaRPr lang="it-IT"/>
          </a:p>
        </p:txBody>
      </p:sp>
      <p:sp>
        <p:nvSpPr>
          <p:cNvPr id="8" name="Segnaposto testo 7">
            <a:extLst>
              <a:ext uri="{FF2B5EF4-FFF2-40B4-BE49-F238E27FC236}">
                <a16:creationId xmlns:a16="http://schemas.microsoft.com/office/drawing/2014/main" id="{67325048-9832-400A-BAC7-02B5977E3E3F}"/>
              </a:ext>
            </a:extLst>
          </p:cNvPr>
          <p:cNvSpPr>
            <a:spLocks noGrp="1"/>
          </p:cNvSpPr>
          <p:nvPr>
            <p:ph type="body" sz="quarter" idx="13"/>
          </p:nvPr>
        </p:nvSpPr>
        <p:spPr>
          <a:xfrm>
            <a:off x="334963" y="2060575"/>
            <a:ext cx="2163762" cy="4429125"/>
          </a:xfrm>
        </p:spPr>
        <p:txBody>
          <a:bodyPr>
            <a:noAutofit/>
          </a:bodyPr>
          <a:lstStyle>
            <a:lvl1pPr>
              <a:defRPr sz="1400"/>
            </a:lvl1pPr>
            <a:lvl2pPr>
              <a:defRPr sz="1400"/>
            </a:lvl2pPr>
            <a:lvl3pPr>
              <a:defRPr sz="1400"/>
            </a:lvl3pPr>
            <a:lvl4pPr>
              <a:defRPr sz="1400"/>
            </a:lvl4pPr>
            <a:lvl5pPr>
              <a:defRPr sz="1400"/>
            </a:lvl5pPr>
          </a:lstStyle>
          <a:p>
            <a:pPr lvl="0"/>
            <a:endParaRPr lang="it-IT" dirty="0"/>
          </a:p>
        </p:txBody>
      </p:sp>
      <p:sp>
        <p:nvSpPr>
          <p:cNvPr id="9" name="Segnaposto testo 8">
            <a:extLst>
              <a:ext uri="{FF2B5EF4-FFF2-40B4-BE49-F238E27FC236}">
                <a16:creationId xmlns:a16="http://schemas.microsoft.com/office/drawing/2014/main" id="{2AF746B8-16B5-4251-938A-CD03C89D3CC0}"/>
              </a:ext>
            </a:extLst>
          </p:cNvPr>
          <p:cNvSpPr>
            <a:spLocks noGrp="1"/>
          </p:cNvSpPr>
          <p:nvPr>
            <p:ph type="body" sz="quarter" idx="15" hasCustomPrompt="1"/>
          </p:nvPr>
        </p:nvSpPr>
        <p:spPr>
          <a:xfrm>
            <a:off x="3216276" y="2060575"/>
            <a:ext cx="8640762" cy="4429125"/>
          </a:xfrm>
        </p:spPr>
        <p:txBody>
          <a:bodyPr>
            <a:noAutofit/>
          </a:bodyPr>
          <a:lstStyle>
            <a:lvl1pPr marL="342900" indent="-342900">
              <a:buFont typeface="+mj-lt"/>
              <a:buAutoNum type="arabicPeriod"/>
              <a:defRPr sz="1400" b="1">
                <a:solidFill>
                  <a:schemeClr val="tx2"/>
                </a:solidFill>
              </a:defRPr>
            </a:lvl1pPr>
            <a:lvl2pPr marL="360000" indent="0">
              <a:buFont typeface="+mj-lt"/>
              <a:buNone/>
              <a:defRPr sz="1400"/>
            </a:lvl2pPr>
            <a:lvl3pPr marL="1257300" indent="-342900">
              <a:buFont typeface="+mj-lt"/>
              <a:buAutoNum type="arabicPeriod"/>
              <a:defRPr/>
            </a:lvl3pPr>
            <a:lvl4pPr marL="1714500" indent="-342900">
              <a:buFont typeface="+mj-lt"/>
              <a:buAutoNum type="arabicPeriod"/>
              <a:defRPr/>
            </a:lvl4pPr>
            <a:lvl5pPr marL="2171700" indent="-342900">
              <a:buFont typeface="+mj-lt"/>
              <a:buAutoNum type="arabicPeriod"/>
              <a:defRPr/>
            </a:lvl5pPr>
          </a:lstStyle>
          <a:p>
            <a:pPr lvl="0"/>
            <a:r>
              <a:rPr lang="it-IT" dirty="0"/>
              <a:t>Titolo Sezione</a:t>
            </a:r>
          </a:p>
          <a:p>
            <a:pPr lvl="1"/>
            <a:r>
              <a:rPr lang="it-IT" dirty="0"/>
              <a:t>Titolo Capitolo</a:t>
            </a:r>
          </a:p>
          <a:p>
            <a:pPr lvl="1"/>
            <a:r>
              <a:rPr lang="it-IT" dirty="0"/>
              <a:t>Titolo Capitolo</a:t>
            </a:r>
          </a:p>
          <a:p>
            <a:pPr lvl="1"/>
            <a:endParaRPr lang="it-IT" dirty="0"/>
          </a:p>
          <a:p>
            <a:pPr lvl="0"/>
            <a:r>
              <a:rPr lang="it-IT" dirty="0"/>
              <a:t>Titolo Sezione</a:t>
            </a:r>
          </a:p>
          <a:p>
            <a:pPr lvl="1"/>
            <a:r>
              <a:rPr lang="it-IT" dirty="0"/>
              <a:t>Titolo Capitolo</a:t>
            </a:r>
          </a:p>
          <a:p>
            <a:pPr lvl="1"/>
            <a:r>
              <a:rPr lang="it-IT" dirty="0"/>
              <a:t>Titolo Capitolo</a:t>
            </a:r>
          </a:p>
          <a:p>
            <a:pPr lvl="1"/>
            <a:endParaRPr lang="it-IT" dirty="0"/>
          </a:p>
          <a:p>
            <a:pPr lvl="0"/>
            <a:r>
              <a:rPr lang="it-IT" dirty="0"/>
              <a:t>Titolo Sezione</a:t>
            </a:r>
          </a:p>
          <a:p>
            <a:pPr lvl="1"/>
            <a:r>
              <a:rPr lang="it-IT" dirty="0"/>
              <a:t>Titolo Capitolo</a:t>
            </a:r>
          </a:p>
          <a:p>
            <a:pPr lvl="1"/>
            <a:r>
              <a:rPr lang="it-IT" dirty="0"/>
              <a:t>Titolo Capitolo</a:t>
            </a:r>
          </a:p>
          <a:p>
            <a:pPr lvl="1"/>
            <a:endParaRPr lang="it-IT" dirty="0"/>
          </a:p>
          <a:p>
            <a:pPr lvl="1"/>
            <a:endParaRPr lang="it-IT" dirty="0"/>
          </a:p>
        </p:txBody>
      </p:sp>
    </p:spTree>
    <p:extLst>
      <p:ext uri="{BB962C8B-B14F-4D97-AF65-F5344CB8AC3E}">
        <p14:creationId xmlns:p14="http://schemas.microsoft.com/office/powerpoint/2010/main" val="3720479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dice_B">
    <p:bg>
      <p:bgPr>
        <a:solidFill>
          <a:schemeClr val="accent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8F4CC49-BF64-4501-AD26-31299F38CC56}"/>
              </a:ext>
            </a:extLst>
          </p:cNvPr>
          <p:cNvSpPr>
            <a:spLocks noGrp="1"/>
          </p:cNvSpPr>
          <p:nvPr>
            <p:ph type="title" hasCustomPrompt="1"/>
          </p:nvPr>
        </p:nvSpPr>
        <p:spPr>
          <a:xfrm>
            <a:off x="334963" y="812652"/>
            <a:ext cx="11522075" cy="840083"/>
          </a:xfrm>
          <a:prstGeom prst="rect">
            <a:avLst/>
          </a:prstGeom>
        </p:spPr>
        <p:txBody>
          <a:bodyPr/>
          <a:lstStyle>
            <a:lvl1pPr>
              <a:defRPr/>
            </a:lvl1pPr>
          </a:lstStyle>
          <a:p>
            <a:r>
              <a:rPr lang="it-IT" dirty="0"/>
              <a:t>Indice</a:t>
            </a:r>
          </a:p>
        </p:txBody>
      </p:sp>
      <p:sp>
        <p:nvSpPr>
          <p:cNvPr id="4" name="Segnaposto data 3">
            <a:extLst>
              <a:ext uri="{FF2B5EF4-FFF2-40B4-BE49-F238E27FC236}">
                <a16:creationId xmlns:a16="http://schemas.microsoft.com/office/drawing/2014/main" id="{496A4B48-3E59-4C49-8298-F9F8442DAB3F}"/>
              </a:ext>
            </a:extLst>
          </p:cNvPr>
          <p:cNvSpPr>
            <a:spLocks noGrp="1"/>
          </p:cNvSpPr>
          <p:nvPr>
            <p:ph type="dt" sz="half" idx="10"/>
          </p:nvPr>
        </p:nvSpPr>
        <p:spPr/>
        <p:txBody>
          <a:bodyPr/>
          <a:lstStyle/>
          <a:p>
            <a:r>
              <a:rPr lang="it-IT"/>
              <a:t>POLITECNICO DI MILANO</a:t>
            </a:r>
          </a:p>
        </p:txBody>
      </p:sp>
      <p:sp>
        <p:nvSpPr>
          <p:cNvPr id="5" name="Segnaposto piè di pagina 4">
            <a:extLst>
              <a:ext uri="{FF2B5EF4-FFF2-40B4-BE49-F238E27FC236}">
                <a16:creationId xmlns:a16="http://schemas.microsoft.com/office/drawing/2014/main" id="{174028AC-2CCC-4D8D-959A-F6ABF13956E8}"/>
              </a:ext>
            </a:extLst>
          </p:cNvPr>
          <p:cNvSpPr>
            <a:spLocks noGrp="1"/>
          </p:cNvSpPr>
          <p:nvPr>
            <p:ph type="ftr" sz="quarter" idx="11"/>
          </p:nvPr>
        </p:nvSpPr>
        <p:spPr/>
        <p:txBody>
          <a:bodyPr/>
          <a:lstStyle/>
          <a:p>
            <a:r>
              <a:rPr lang="en-US"/>
              <a:t>Department of Energy</a:t>
            </a:r>
            <a:endParaRPr lang="it-IT"/>
          </a:p>
        </p:txBody>
      </p:sp>
      <p:sp>
        <p:nvSpPr>
          <p:cNvPr id="6" name="Segnaposto numero diapositiva 5">
            <a:extLst>
              <a:ext uri="{FF2B5EF4-FFF2-40B4-BE49-F238E27FC236}">
                <a16:creationId xmlns:a16="http://schemas.microsoft.com/office/drawing/2014/main" id="{BB0D810A-BB19-46E5-95EF-8E0D57F0BA8A}"/>
              </a:ext>
            </a:extLst>
          </p:cNvPr>
          <p:cNvSpPr>
            <a:spLocks noGrp="1"/>
          </p:cNvSpPr>
          <p:nvPr>
            <p:ph type="sldNum" sz="quarter" idx="12"/>
          </p:nvPr>
        </p:nvSpPr>
        <p:spPr/>
        <p:txBody>
          <a:bodyPr/>
          <a:lstStyle/>
          <a:p>
            <a:fld id="{3135EEA2-8D42-4D46-95A6-66E65FDC5EB1}" type="slidenum">
              <a:rPr lang="it-IT" smtClean="0"/>
              <a:t>‹#›</a:t>
            </a:fld>
            <a:endParaRPr lang="it-IT"/>
          </a:p>
        </p:txBody>
      </p:sp>
      <p:sp>
        <p:nvSpPr>
          <p:cNvPr id="8" name="Segnaposto testo 7">
            <a:extLst>
              <a:ext uri="{FF2B5EF4-FFF2-40B4-BE49-F238E27FC236}">
                <a16:creationId xmlns:a16="http://schemas.microsoft.com/office/drawing/2014/main" id="{D1CFA815-ACBE-4524-9331-D296F8E0F9B7}"/>
              </a:ext>
            </a:extLst>
          </p:cNvPr>
          <p:cNvSpPr>
            <a:spLocks noGrp="1"/>
          </p:cNvSpPr>
          <p:nvPr>
            <p:ph type="body" sz="quarter" idx="13" hasCustomPrompt="1"/>
          </p:nvPr>
        </p:nvSpPr>
        <p:spPr>
          <a:xfrm>
            <a:off x="334963" y="3054988"/>
            <a:ext cx="1890652" cy="332803"/>
          </a:xfrm>
        </p:spPr>
        <p:txBody>
          <a:bodyPr>
            <a:normAutofit/>
          </a:bodyPr>
          <a:lstStyle>
            <a:lvl1pPr>
              <a:defRPr sz="1400" b="1">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 sezione</a:t>
            </a:r>
          </a:p>
        </p:txBody>
      </p:sp>
      <p:sp>
        <p:nvSpPr>
          <p:cNvPr id="9" name="Segnaposto testo 7">
            <a:extLst>
              <a:ext uri="{FF2B5EF4-FFF2-40B4-BE49-F238E27FC236}">
                <a16:creationId xmlns:a16="http://schemas.microsoft.com/office/drawing/2014/main" id="{75158ADB-01E3-4A38-A321-CD450AEEEFC4}"/>
              </a:ext>
            </a:extLst>
          </p:cNvPr>
          <p:cNvSpPr>
            <a:spLocks noGrp="1"/>
          </p:cNvSpPr>
          <p:nvPr>
            <p:ph type="body" sz="quarter" idx="14" hasCustomPrompt="1"/>
          </p:nvPr>
        </p:nvSpPr>
        <p:spPr>
          <a:xfrm>
            <a:off x="2498652" y="3054988"/>
            <a:ext cx="1890653" cy="332803"/>
          </a:xfrm>
        </p:spPr>
        <p:txBody>
          <a:bodyPr>
            <a:normAutofit/>
          </a:bodyPr>
          <a:lstStyle>
            <a:lvl1pPr>
              <a:defRPr sz="1400" b="1">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 sezione</a:t>
            </a:r>
          </a:p>
        </p:txBody>
      </p:sp>
      <p:sp>
        <p:nvSpPr>
          <p:cNvPr id="10" name="Segnaposto testo 7">
            <a:extLst>
              <a:ext uri="{FF2B5EF4-FFF2-40B4-BE49-F238E27FC236}">
                <a16:creationId xmlns:a16="http://schemas.microsoft.com/office/drawing/2014/main" id="{C2B0DC0F-1C21-45C1-8F2A-00A6E1341864}"/>
              </a:ext>
            </a:extLst>
          </p:cNvPr>
          <p:cNvSpPr>
            <a:spLocks noGrp="1"/>
          </p:cNvSpPr>
          <p:nvPr>
            <p:ph type="body" sz="quarter" idx="15" hasCustomPrompt="1"/>
          </p:nvPr>
        </p:nvSpPr>
        <p:spPr>
          <a:xfrm>
            <a:off x="4662342" y="3054988"/>
            <a:ext cx="1890653" cy="332803"/>
          </a:xfrm>
        </p:spPr>
        <p:txBody>
          <a:bodyPr>
            <a:normAutofit/>
          </a:bodyPr>
          <a:lstStyle>
            <a:lvl1pPr>
              <a:defRPr sz="1400" b="1">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 sezione</a:t>
            </a:r>
          </a:p>
        </p:txBody>
      </p:sp>
      <p:sp>
        <p:nvSpPr>
          <p:cNvPr id="11" name="Segnaposto testo 7">
            <a:extLst>
              <a:ext uri="{FF2B5EF4-FFF2-40B4-BE49-F238E27FC236}">
                <a16:creationId xmlns:a16="http://schemas.microsoft.com/office/drawing/2014/main" id="{76250419-1EAD-4278-97B7-1BA8F0752598}"/>
              </a:ext>
            </a:extLst>
          </p:cNvPr>
          <p:cNvSpPr>
            <a:spLocks noGrp="1"/>
          </p:cNvSpPr>
          <p:nvPr>
            <p:ph type="body" sz="quarter" idx="16" hasCustomPrompt="1"/>
          </p:nvPr>
        </p:nvSpPr>
        <p:spPr>
          <a:xfrm>
            <a:off x="6826032" y="3054988"/>
            <a:ext cx="1890653" cy="332803"/>
          </a:xfrm>
        </p:spPr>
        <p:txBody>
          <a:bodyPr>
            <a:normAutofit/>
          </a:bodyPr>
          <a:lstStyle>
            <a:lvl1pPr>
              <a:defRPr sz="1400" b="1">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 sezione</a:t>
            </a:r>
          </a:p>
        </p:txBody>
      </p:sp>
      <p:sp>
        <p:nvSpPr>
          <p:cNvPr id="12" name="Segnaposto testo 7">
            <a:extLst>
              <a:ext uri="{FF2B5EF4-FFF2-40B4-BE49-F238E27FC236}">
                <a16:creationId xmlns:a16="http://schemas.microsoft.com/office/drawing/2014/main" id="{DCD9C49F-F44E-4E82-864B-742438DCAE60}"/>
              </a:ext>
            </a:extLst>
          </p:cNvPr>
          <p:cNvSpPr>
            <a:spLocks noGrp="1"/>
          </p:cNvSpPr>
          <p:nvPr>
            <p:ph type="body" sz="quarter" idx="17" hasCustomPrompt="1"/>
          </p:nvPr>
        </p:nvSpPr>
        <p:spPr>
          <a:xfrm>
            <a:off x="8989722" y="3054988"/>
            <a:ext cx="1890653" cy="332803"/>
          </a:xfrm>
        </p:spPr>
        <p:txBody>
          <a:bodyPr>
            <a:normAutofit/>
          </a:bodyPr>
          <a:lstStyle>
            <a:lvl1pPr>
              <a:defRPr sz="1400" b="1">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 sezione</a:t>
            </a:r>
            <a:br>
              <a:rPr lang="it-IT" dirty="0"/>
            </a:br>
            <a:endParaRPr lang="it-IT" dirty="0"/>
          </a:p>
        </p:txBody>
      </p:sp>
      <p:sp>
        <p:nvSpPr>
          <p:cNvPr id="13" name="Segnaposto testo 7">
            <a:extLst>
              <a:ext uri="{FF2B5EF4-FFF2-40B4-BE49-F238E27FC236}">
                <a16:creationId xmlns:a16="http://schemas.microsoft.com/office/drawing/2014/main" id="{7F91CD7E-BBFD-483F-A271-EC1D28C8A87E}"/>
              </a:ext>
            </a:extLst>
          </p:cNvPr>
          <p:cNvSpPr>
            <a:spLocks noGrp="1"/>
          </p:cNvSpPr>
          <p:nvPr>
            <p:ph type="body" sz="quarter" idx="18" hasCustomPrompt="1"/>
          </p:nvPr>
        </p:nvSpPr>
        <p:spPr>
          <a:xfrm>
            <a:off x="334963" y="3736780"/>
            <a:ext cx="1890652" cy="1876932"/>
          </a:xfrm>
        </p:spPr>
        <p:txBody>
          <a:bodyPr>
            <a:normAutofit/>
          </a:bodyPr>
          <a:lstStyle>
            <a:lvl1pPr>
              <a:lnSpc>
                <a:spcPct val="150000"/>
              </a:lnSpc>
              <a:defRPr sz="1400" b="0">
                <a:solidFill>
                  <a:schemeClr val="tx1"/>
                </a:solidFill>
                <a:latin typeface="+mn-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dirty="0"/>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dirty="0"/>
              <a:t>Titolo argomento</a:t>
            </a:r>
          </a:p>
          <a:p>
            <a:pPr lvl="0"/>
            <a:endParaRPr lang="it-IT" dirty="0"/>
          </a:p>
        </p:txBody>
      </p:sp>
      <p:sp>
        <p:nvSpPr>
          <p:cNvPr id="18" name="Segnaposto testo 7">
            <a:extLst>
              <a:ext uri="{FF2B5EF4-FFF2-40B4-BE49-F238E27FC236}">
                <a16:creationId xmlns:a16="http://schemas.microsoft.com/office/drawing/2014/main" id="{50290743-6926-46ED-BE46-501A4F78CC6E}"/>
              </a:ext>
            </a:extLst>
          </p:cNvPr>
          <p:cNvSpPr>
            <a:spLocks noGrp="1"/>
          </p:cNvSpPr>
          <p:nvPr>
            <p:ph type="body" sz="quarter" idx="23" hasCustomPrompt="1"/>
          </p:nvPr>
        </p:nvSpPr>
        <p:spPr>
          <a:xfrm rot="16200000">
            <a:off x="191706" y="2115912"/>
            <a:ext cx="776376" cy="665702"/>
          </a:xfrm>
        </p:spPr>
        <p:txBody>
          <a:bodyPr anchor="t">
            <a:noAutofit/>
          </a:bodyPr>
          <a:lstStyle>
            <a:lvl1pPr algn="r">
              <a:defRPr sz="4400" b="0">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01</a:t>
            </a:r>
          </a:p>
        </p:txBody>
      </p:sp>
      <p:sp>
        <p:nvSpPr>
          <p:cNvPr id="19" name="Segnaposto testo 7">
            <a:extLst>
              <a:ext uri="{FF2B5EF4-FFF2-40B4-BE49-F238E27FC236}">
                <a16:creationId xmlns:a16="http://schemas.microsoft.com/office/drawing/2014/main" id="{9AA91E9E-F4C5-4318-8BFC-5E627DF7F53E}"/>
              </a:ext>
            </a:extLst>
          </p:cNvPr>
          <p:cNvSpPr>
            <a:spLocks noGrp="1"/>
          </p:cNvSpPr>
          <p:nvPr>
            <p:ph type="body" sz="quarter" idx="24" hasCustomPrompt="1"/>
          </p:nvPr>
        </p:nvSpPr>
        <p:spPr>
          <a:xfrm rot="16200000">
            <a:off x="2324033" y="2115912"/>
            <a:ext cx="776376" cy="665702"/>
          </a:xfrm>
        </p:spPr>
        <p:txBody>
          <a:bodyPr anchor="t">
            <a:noAutofit/>
          </a:bodyPr>
          <a:lstStyle>
            <a:lvl1pPr algn="r">
              <a:defRPr sz="4400" b="0">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02</a:t>
            </a:r>
          </a:p>
        </p:txBody>
      </p:sp>
      <p:sp>
        <p:nvSpPr>
          <p:cNvPr id="20" name="Segnaposto testo 7">
            <a:extLst>
              <a:ext uri="{FF2B5EF4-FFF2-40B4-BE49-F238E27FC236}">
                <a16:creationId xmlns:a16="http://schemas.microsoft.com/office/drawing/2014/main" id="{D6F57CB6-9F04-49B6-939C-D13BA7FB06A8}"/>
              </a:ext>
            </a:extLst>
          </p:cNvPr>
          <p:cNvSpPr>
            <a:spLocks noGrp="1"/>
          </p:cNvSpPr>
          <p:nvPr>
            <p:ph type="body" sz="quarter" idx="25" hasCustomPrompt="1"/>
          </p:nvPr>
        </p:nvSpPr>
        <p:spPr>
          <a:xfrm rot="16200000">
            <a:off x="4515027" y="2115912"/>
            <a:ext cx="776376" cy="665702"/>
          </a:xfrm>
        </p:spPr>
        <p:txBody>
          <a:bodyPr anchor="t">
            <a:noAutofit/>
          </a:bodyPr>
          <a:lstStyle>
            <a:lvl1pPr algn="r">
              <a:defRPr sz="4400" b="0">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03</a:t>
            </a:r>
          </a:p>
        </p:txBody>
      </p:sp>
      <p:sp>
        <p:nvSpPr>
          <p:cNvPr id="21" name="Segnaposto testo 7">
            <a:extLst>
              <a:ext uri="{FF2B5EF4-FFF2-40B4-BE49-F238E27FC236}">
                <a16:creationId xmlns:a16="http://schemas.microsoft.com/office/drawing/2014/main" id="{6C01B50D-1661-4131-BCDF-441CC2214451}"/>
              </a:ext>
            </a:extLst>
          </p:cNvPr>
          <p:cNvSpPr>
            <a:spLocks noGrp="1"/>
          </p:cNvSpPr>
          <p:nvPr>
            <p:ph type="body" sz="quarter" idx="26" hasCustomPrompt="1"/>
          </p:nvPr>
        </p:nvSpPr>
        <p:spPr>
          <a:xfrm rot="16200000">
            <a:off x="6674762" y="2115912"/>
            <a:ext cx="776376" cy="665702"/>
          </a:xfrm>
        </p:spPr>
        <p:txBody>
          <a:bodyPr anchor="t">
            <a:noAutofit/>
          </a:bodyPr>
          <a:lstStyle>
            <a:lvl1pPr algn="r">
              <a:defRPr sz="4400" b="0">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04</a:t>
            </a:r>
          </a:p>
        </p:txBody>
      </p:sp>
      <p:sp>
        <p:nvSpPr>
          <p:cNvPr id="22" name="Segnaposto testo 7">
            <a:extLst>
              <a:ext uri="{FF2B5EF4-FFF2-40B4-BE49-F238E27FC236}">
                <a16:creationId xmlns:a16="http://schemas.microsoft.com/office/drawing/2014/main" id="{2D503613-5D8F-4B95-8EB3-13963149108F}"/>
              </a:ext>
            </a:extLst>
          </p:cNvPr>
          <p:cNvSpPr>
            <a:spLocks noGrp="1"/>
          </p:cNvSpPr>
          <p:nvPr>
            <p:ph type="body" sz="quarter" idx="27" hasCustomPrompt="1"/>
          </p:nvPr>
        </p:nvSpPr>
        <p:spPr>
          <a:xfrm rot="16200000">
            <a:off x="8846462" y="2115912"/>
            <a:ext cx="776376" cy="665702"/>
          </a:xfrm>
        </p:spPr>
        <p:txBody>
          <a:bodyPr anchor="t">
            <a:noAutofit/>
          </a:bodyPr>
          <a:lstStyle>
            <a:lvl1pPr algn="r">
              <a:defRPr sz="4400" b="0">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05</a:t>
            </a:r>
          </a:p>
        </p:txBody>
      </p:sp>
      <p:sp>
        <p:nvSpPr>
          <p:cNvPr id="23" name="Segnaposto testo 7">
            <a:extLst>
              <a:ext uri="{FF2B5EF4-FFF2-40B4-BE49-F238E27FC236}">
                <a16:creationId xmlns:a16="http://schemas.microsoft.com/office/drawing/2014/main" id="{D6AE53A6-5645-44EC-B619-20693E3FE519}"/>
              </a:ext>
            </a:extLst>
          </p:cNvPr>
          <p:cNvSpPr>
            <a:spLocks noGrp="1"/>
          </p:cNvSpPr>
          <p:nvPr>
            <p:ph type="body" sz="quarter" idx="28" hasCustomPrompt="1"/>
          </p:nvPr>
        </p:nvSpPr>
        <p:spPr>
          <a:xfrm>
            <a:off x="2498652" y="3736780"/>
            <a:ext cx="1890652" cy="1876932"/>
          </a:xfrm>
        </p:spPr>
        <p:txBody>
          <a:bodyPr>
            <a:normAutofit/>
          </a:bodyPr>
          <a:lstStyle>
            <a:lvl1pPr>
              <a:lnSpc>
                <a:spcPct val="150000"/>
              </a:lnSpc>
              <a:defRPr sz="1400" b="0">
                <a:solidFill>
                  <a:schemeClr val="tx1"/>
                </a:solidFill>
                <a:latin typeface="+mn-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dirty="0"/>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dirty="0"/>
              <a:t>Titolo argomento</a:t>
            </a:r>
          </a:p>
          <a:p>
            <a:pPr lvl="0"/>
            <a:endParaRPr lang="it-IT" dirty="0"/>
          </a:p>
        </p:txBody>
      </p:sp>
      <p:sp>
        <p:nvSpPr>
          <p:cNvPr id="24" name="Segnaposto testo 7">
            <a:extLst>
              <a:ext uri="{FF2B5EF4-FFF2-40B4-BE49-F238E27FC236}">
                <a16:creationId xmlns:a16="http://schemas.microsoft.com/office/drawing/2014/main" id="{26F8B43E-3092-43FC-A7B0-45C3ACC71E5B}"/>
              </a:ext>
            </a:extLst>
          </p:cNvPr>
          <p:cNvSpPr>
            <a:spLocks noGrp="1"/>
          </p:cNvSpPr>
          <p:nvPr>
            <p:ph type="body" sz="quarter" idx="29" hasCustomPrompt="1"/>
          </p:nvPr>
        </p:nvSpPr>
        <p:spPr>
          <a:xfrm>
            <a:off x="4662342" y="3736780"/>
            <a:ext cx="1890652" cy="1876932"/>
          </a:xfrm>
        </p:spPr>
        <p:txBody>
          <a:bodyPr>
            <a:normAutofit/>
          </a:bodyPr>
          <a:lstStyle>
            <a:lvl1pPr>
              <a:lnSpc>
                <a:spcPct val="150000"/>
              </a:lnSpc>
              <a:defRPr sz="1400" b="0">
                <a:solidFill>
                  <a:schemeClr val="tx1"/>
                </a:solidFill>
                <a:latin typeface="+mn-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dirty="0"/>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dirty="0"/>
              <a:t>Titolo argomento</a:t>
            </a:r>
          </a:p>
          <a:p>
            <a:pPr lvl="0"/>
            <a:endParaRPr lang="it-IT" dirty="0"/>
          </a:p>
        </p:txBody>
      </p:sp>
      <p:sp>
        <p:nvSpPr>
          <p:cNvPr id="25" name="Segnaposto testo 7">
            <a:extLst>
              <a:ext uri="{FF2B5EF4-FFF2-40B4-BE49-F238E27FC236}">
                <a16:creationId xmlns:a16="http://schemas.microsoft.com/office/drawing/2014/main" id="{96EAA45D-80FC-4DF6-AC23-808A2DB73D45}"/>
              </a:ext>
            </a:extLst>
          </p:cNvPr>
          <p:cNvSpPr>
            <a:spLocks noGrp="1"/>
          </p:cNvSpPr>
          <p:nvPr>
            <p:ph type="body" sz="quarter" idx="30" hasCustomPrompt="1"/>
          </p:nvPr>
        </p:nvSpPr>
        <p:spPr>
          <a:xfrm>
            <a:off x="6826032" y="3736780"/>
            <a:ext cx="1890652" cy="1876932"/>
          </a:xfrm>
        </p:spPr>
        <p:txBody>
          <a:bodyPr>
            <a:normAutofit/>
          </a:bodyPr>
          <a:lstStyle>
            <a:lvl1pPr>
              <a:lnSpc>
                <a:spcPct val="150000"/>
              </a:lnSpc>
              <a:defRPr sz="1400" b="0">
                <a:solidFill>
                  <a:schemeClr val="tx1"/>
                </a:solidFill>
                <a:latin typeface="+mn-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dirty="0"/>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dirty="0"/>
              <a:t>Titolo argomento</a:t>
            </a:r>
          </a:p>
          <a:p>
            <a:pPr lvl="0"/>
            <a:endParaRPr lang="it-IT" dirty="0"/>
          </a:p>
        </p:txBody>
      </p:sp>
      <p:sp>
        <p:nvSpPr>
          <p:cNvPr id="26" name="Segnaposto testo 7">
            <a:extLst>
              <a:ext uri="{FF2B5EF4-FFF2-40B4-BE49-F238E27FC236}">
                <a16:creationId xmlns:a16="http://schemas.microsoft.com/office/drawing/2014/main" id="{95E95A4E-A14D-4872-961D-4BFE57914A65}"/>
              </a:ext>
            </a:extLst>
          </p:cNvPr>
          <p:cNvSpPr>
            <a:spLocks noGrp="1"/>
          </p:cNvSpPr>
          <p:nvPr>
            <p:ph type="body" sz="quarter" idx="31" hasCustomPrompt="1"/>
          </p:nvPr>
        </p:nvSpPr>
        <p:spPr>
          <a:xfrm>
            <a:off x="8989722" y="3736780"/>
            <a:ext cx="1890652" cy="1876932"/>
          </a:xfrm>
        </p:spPr>
        <p:txBody>
          <a:bodyPr>
            <a:normAutofit/>
          </a:bodyPr>
          <a:lstStyle>
            <a:lvl1pPr>
              <a:lnSpc>
                <a:spcPct val="150000"/>
              </a:lnSpc>
              <a:defRPr sz="1400" b="0">
                <a:solidFill>
                  <a:schemeClr val="tx1"/>
                </a:solidFill>
                <a:latin typeface="+mn-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dirty="0"/>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dirty="0"/>
              <a:t>Titolo argomento</a:t>
            </a:r>
          </a:p>
          <a:p>
            <a:pPr lvl="0"/>
            <a:endParaRPr lang="it-IT" dirty="0"/>
          </a:p>
        </p:txBody>
      </p:sp>
    </p:spTree>
    <p:extLst>
      <p:ext uri="{BB962C8B-B14F-4D97-AF65-F5344CB8AC3E}">
        <p14:creationId xmlns:p14="http://schemas.microsoft.com/office/powerpoint/2010/main" val="519369482"/>
      </p:ext>
    </p:extLst>
  </p:cSld>
  <p:clrMapOvr>
    <a:masterClrMapping/>
  </p:clrMapOvr>
  <p:extLst>
    <p:ext uri="{DCECCB84-F9BA-43D5-87BE-67443E8EF086}">
      <p15:sldGuideLst xmlns:p15="http://schemas.microsoft.com/office/powerpoint/2012/main">
        <p15:guide id="1" pos="300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sorio_A">
    <p:bg>
      <p:bgPr>
        <a:solidFill>
          <a:schemeClr val="accent1"/>
        </a:solidFill>
        <a:effectLst/>
      </p:bgPr>
    </p:bg>
    <p:spTree>
      <p:nvGrpSpPr>
        <p:cNvPr id="1" name=""/>
        <p:cNvGrpSpPr/>
        <p:nvPr/>
      </p:nvGrpSpPr>
      <p:grpSpPr>
        <a:xfrm>
          <a:off x="0" y="0"/>
          <a:ext cx="0" cy="0"/>
          <a:chOff x="0" y="0"/>
          <a:chExt cx="0" cy="0"/>
        </a:xfrm>
      </p:grpSpPr>
      <p:sp>
        <p:nvSpPr>
          <p:cNvPr id="11" name="Ovale 10">
            <a:extLst>
              <a:ext uri="{FF2B5EF4-FFF2-40B4-BE49-F238E27FC236}">
                <a16:creationId xmlns:a16="http://schemas.microsoft.com/office/drawing/2014/main" id="{35E14663-8764-4DCE-B9CB-7C9A4CEA9BB5}"/>
              </a:ext>
            </a:extLst>
          </p:cNvPr>
          <p:cNvSpPr/>
          <p:nvPr userDrawn="1"/>
        </p:nvSpPr>
        <p:spPr>
          <a:xfrm rot="6083929">
            <a:off x="1311375" y="1414011"/>
            <a:ext cx="10887270" cy="10887979"/>
          </a:xfrm>
          <a:prstGeom prst="ellipse">
            <a:avLst/>
          </a:prstGeom>
          <a:gradFill flip="none" rotWithShape="1">
            <a:gsLst>
              <a:gs pos="38000">
                <a:schemeClr val="tx1">
                  <a:lumMod val="0"/>
                  <a:lumOff val="100000"/>
                  <a:alpha val="0"/>
                </a:schemeClr>
              </a:gs>
              <a:gs pos="82000">
                <a:schemeClr val="accent3">
                  <a:alpha val="2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900" dirty="0">
              <a:latin typeface="Manrope" pitchFamily="2" charset="0"/>
            </a:endParaRPr>
          </a:p>
        </p:txBody>
      </p:sp>
      <p:sp>
        <p:nvSpPr>
          <p:cNvPr id="2" name="Titolo 1">
            <a:extLst>
              <a:ext uri="{FF2B5EF4-FFF2-40B4-BE49-F238E27FC236}">
                <a16:creationId xmlns:a16="http://schemas.microsoft.com/office/drawing/2014/main" id="{189FF9E0-0F2A-4E7B-ADD7-33314E9E93ED}"/>
              </a:ext>
            </a:extLst>
          </p:cNvPr>
          <p:cNvSpPr>
            <a:spLocks noGrp="1"/>
          </p:cNvSpPr>
          <p:nvPr>
            <p:ph type="title" hasCustomPrompt="1"/>
          </p:nvPr>
        </p:nvSpPr>
        <p:spPr>
          <a:xfrm>
            <a:off x="3216275" y="1418313"/>
            <a:ext cx="8640763" cy="1299008"/>
          </a:xfrm>
        </p:spPr>
        <p:txBody>
          <a:bodyPr anchor="ctr"/>
          <a:lstStyle>
            <a:lvl1pPr>
              <a:defRPr>
                <a:solidFill>
                  <a:schemeClr val="tx2"/>
                </a:solidFill>
              </a:defRPr>
            </a:lvl1pPr>
          </a:lstStyle>
          <a:p>
            <a:r>
              <a:rPr lang="it-IT" dirty="0"/>
              <a:t>Titolo del divisorio</a:t>
            </a:r>
          </a:p>
        </p:txBody>
      </p:sp>
      <p:sp>
        <p:nvSpPr>
          <p:cNvPr id="6" name="Ovale 5">
            <a:extLst>
              <a:ext uri="{FF2B5EF4-FFF2-40B4-BE49-F238E27FC236}">
                <a16:creationId xmlns:a16="http://schemas.microsoft.com/office/drawing/2014/main" id="{419AA845-D4AF-40CE-B7F3-A1B95A20D2F3}"/>
              </a:ext>
            </a:extLst>
          </p:cNvPr>
          <p:cNvSpPr/>
          <p:nvPr userDrawn="1"/>
        </p:nvSpPr>
        <p:spPr>
          <a:xfrm>
            <a:off x="0" y="1418312"/>
            <a:ext cx="1284270" cy="1284270"/>
          </a:xfrm>
          <a:prstGeom prst="ellipse">
            <a:avLst/>
          </a:prstGeom>
          <a:noFill/>
          <a:ln w="9525">
            <a:solidFill>
              <a:schemeClr val="bg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7" name="Connettore diritto 6">
            <a:extLst>
              <a:ext uri="{FF2B5EF4-FFF2-40B4-BE49-F238E27FC236}">
                <a16:creationId xmlns:a16="http://schemas.microsoft.com/office/drawing/2014/main" id="{BA29D2F2-5AC8-4927-AA1D-19630D333830}"/>
              </a:ext>
            </a:extLst>
          </p:cNvPr>
          <p:cNvCxnSpPr>
            <a:cxnSpLocks/>
          </p:cNvCxnSpPr>
          <p:nvPr userDrawn="1"/>
        </p:nvCxnSpPr>
        <p:spPr>
          <a:xfrm>
            <a:off x="0" y="1418312"/>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Connettore diritto 7">
            <a:extLst>
              <a:ext uri="{FF2B5EF4-FFF2-40B4-BE49-F238E27FC236}">
                <a16:creationId xmlns:a16="http://schemas.microsoft.com/office/drawing/2014/main" id="{53C00AF5-6CFB-4B05-922E-59446B4D5F1D}"/>
              </a:ext>
            </a:extLst>
          </p:cNvPr>
          <p:cNvCxnSpPr>
            <a:cxnSpLocks/>
          </p:cNvCxnSpPr>
          <p:nvPr userDrawn="1"/>
        </p:nvCxnSpPr>
        <p:spPr>
          <a:xfrm>
            <a:off x="0" y="2717320"/>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28D8426E-B0F3-4A04-99ED-0D9D1A7A694E}"/>
              </a:ext>
            </a:extLst>
          </p:cNvPr>
          <p:cNvCxnSpPr>
            <a:cxnSpLocks/>
          </p:cNvCxnSpPr>
          <p:nvPr userDrawn="1"/>
        </p:nvCxnSpPr>
        <p:spPr>
          <a:xfrm flipV="1">
            <a:off x="1284270" y="1"/>
            <a:ext cx="0" cy="7099442"/>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
        <p:nvSpPr>
          <p:cNvPr id="17" name="Segnaposto testo 16">
            <a:extLst>
              <a:ext uri="{FF2B5EF4-FFF2-40B4-BE49-F238E27FC236}">
                <a16:creationId xmlns:a16="http://schemas.microsoft.com/office/drawing/2014/main" id="{4D2183DA-6999-4DF4-AE0B-EDCD204668B6}"/>
              </a:ext>
            </a:extLst>
          </p:cNvPr>
          <p:cNvSpPr>
            <a:spLocks noGrp="1"/>
          </p:cNvSpPr>
          <p:nvPr>
            <p:ph type="body" sz="quarter" idx="13" hasCustomPrompt="1"/>
          </p:nvPr>
        </p:nvSpPr>
        <p:spPr>
          <a:xfrm>
            <a:off x="8765931" y="3961597"/>
            <a:ext cx="3091107" cy="2359025"/>
          </a:xfrm>
        </p:spPr>
        <p:txBody>
          <a:bodyPr anchor="b">
            <a:normAutofit/>
          </a:bodyPr>
          <a:lstStyle>
            <a:lvl1pPr algn="r">
              <a:defRPr sz="9600">
                <a:solidFill>
                  <a:schemeClr val="tx2"/>
                </a:solidFill>
              </a:defRPr>
            </a:lvl1pPr>
          </a:lstStyle>
          <a:p>
            <a:pPr lvl="0"/>
            <a:r>
              <a:rPr lang="it-IT" dirty="0"/>
              <a:t>00</a:t>
            </a:r>
          </a:p>
        </p:txBody>
      </p:sp>
    </p:spTree>
    <p:extLst>
      <p:ext uri="{BB962C8B-B14F-4D97-AF65-F5344CB8AC3E}">
        <p14:creationId xmlns:p14="http://schemas.microsoft.com/office/powerpoint/2010/main" val="3051853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sorio_B">
    <p:bg>
      <p:bgPr>
        <a:solidFill>
          <a:schemeClr val="accent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89FF9E0-0F2A-4E7B-ADD7-33314E9E93ED}"/>
              </a:ext>
            </a:extLst>
          </p:cNvPr>
          <p:cNvSpPr>
            <a:spLocks noGrp="1"/>
          </p:cNvSpPr>
          <p:nvPr>
            <p:ph type="title" hasCustomPrompt="1"/>
          </p:nvPr>
        </p:nvSpPr>
        <p:spPr>
          <a:xfrm>
            <a:off x="3216275" y="1418313"/>
            <a:ext cx="8640763" cy="1299008"/>
          </a:xfrm>
        </p:spPr>
        <p:txBody>
          <a:bodyPr anchor="ctr"/>
          <a:lstStyle>
            <a:lvl1pPr>
              <a:defRPr>
                <a:solidFill>
                  <a:schemeClr val="tx2"/>
                </a:solidFill>
              </a:defRPr>
            </a:lvl1pPr>
          </a:lstStyle>
          <a:p>
            <a:r>
              <a:rPr lang="it-IT" dirty="0"/>
              <a:t>Titolo del divisorio</a:t>
            </a:r>
          </a:p>
        </p:txBody>
      </p:sp>
      <p:sp>
        <p:nvSpPr>
          <p:cNvPr id="6" name="Ovale 5">
            <a:extLst>
              <a:ext uri="{FF2B5EF4-FFF2-40B4-BE49-F238E27FC236}">
                <a16:creationId xmlns:a16="http://schemas.microsoft.com/office/drawing/2014/main" id="{419AA845-D4AF-40CE-B7F3-A1B95A20D2F3}"/>
              </a:ext>
            </a:extLst>
          </p:cNvPr>
          <p:cNvSpPr/>
          <p:nvPr userDrawn="1"/>
        </p:nvSpPr>
        <p:spPr>
          <a:xfrm>
            <a:off x="0" y="1418312"/>
            <a:ext cx="1284270" cy="1284270"/>
          </a:xfrm>
          <a:prstGeom prst="ellipse">
            <a:avLst/>
          </a:prstGeom>
          <a:noFill/>
          <a:ln w="9525">
            <a:solidFill>
              <a:schemeClr val="bg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7" name="Connettore diritto 6">
            <a:extLst>
              <a:ext uri="{FF2B5EF4-FFF2-40B4-BE49-F238E27FC236}">
                <a16:creationId xmlns:a16="http://schemas.microsoft.com/office/drawing/2014/main" id="{BA29D2F2-5AC8-4927-AA1D-19630D333830}"/>
              </a:ext>
            </a:extLst>
          </p:cNvPr>
          <p:cNvCxnSpPr>
            <a:cxnSpLocks/>
          </p:cNvCxnSpPr>
          <p:nvPr userDrawn="1"/>
        </p:nvCxnSpPr>
        <p:spPr>
          <a:xfrm>
            <a:off x="0" y="1418312"/>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Connettore diritto 7">
            <a:extLst>
              <a:ext uri="{FF2B5EF4-FFF2-40B4-BE49-F238E27FC236}">
                <a16:creationId xmlns:a16="http://schemas.microsoft.com/office/drawing/2014/main" id="{53C00AF5-6CFB-4B05-922E-59446B4D5F1D}"/>
              </a:ext>
            </a:extLst>
          </p:cNvPr>
          <p:cNvCxnSpPr>
            <a:cxnSpLocks/>
          </p:cNvCxnSpPr>
          <p:nvPr userDrawn="1"/>
        </p:nvCxnSpPr>
        <p:spPr>
          <a:xfrm>
            <a:off x="0" y="2717320"/>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28D8426E-B0F3-4A04-99ED-0D9D1A7A694E}"/>
              </a:ext>
            </a:extLst>
          </p:cNvPr>
          <p:cNvCxnSpPr>
            <a:cxnSpLocks/>
          </p:cNvCxnSpPr>
          <p:nvPr userDrawn="1"/>
        </p:nvCxnSpPr>
        <p:spPr>
          <a:xfrm flipV="1">
            <a:off x="1284270" y="1"/>
            <a:ext cx="0" cy="7099442"/>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
        <p:nvSpPr>
          <p:cNvPr id="17" name="Segnaposto testo 16">
            <a:extLst>
              <a:ext uri="{FF2B5EF4-FFF2-40B4-BE49-F238E27FC236}">
                <a16:creationId xmlns:a16="http://schemas.microsoft.com/office/drawing/2014/main" id="{4D2183DA-6999-4DF4-AE0B-EDCD204668B6}"/>
              </a:ext>
            </a:extLst>
          </p:cNvPr>
          <p:cNvSpPr>
            <a:spLocks noGrp="1"/>
          </p:cNvSpPr>
          <p:nvPr>
            <p:ph type="body" sz="quarter" idx="13" hasCustomPrompt="1"/>
          </p:nvPr>
        </p:nvSpPr>
        <p:spPr>
          <a:xfrm>
            <a:off x="8932985" y="3961597"/>
            <a:ext cx="2924053" cy="2359025"/>
          </a:xfrm>
        </p:spPr>
        <p:txBody>
          <a:bodyPr anchor="b">
            <a:normAutofit/>
          </a:bodyPr>
          <a:lstStyle>
            <a:lvl1pPr algn="r">
              <a:defRPr sz="9600">
                <a:solidFill>
                  <a:schemeClr val="tx2"/>
                </a:solidFill>
              </a:defRPr>
            </a:lvl1pPr>
          </a:lstStyle>
          <a:p>
            <a:pPr lvl="0"/>
            <a:r>
              <a:rPr lang="it-IT" dirty="0"/>
              <a:t>00</a:t>
            </a:r>
          </a:p>
        </p:txBody>
      </p:sp>
    </p:spTree>
    <p:extLst>
      <p:ext uri="{BB962C8B-B14F-4D97-AF65-F5344CB8AC3E}">
        <p14:creationId xmlns:p14="http://schemas.microsoft.com/office/powerpoint/2010/main" val="322318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sorio_C">
    <p:bg>
      <p:bgPr>
        <a:solidFill>
          <a:schemeClr val="accent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89FF9E0-0F2A-4E7B-ADD7-33314E9E93ED}"/>
              </a:ext>
            </a:extLst>
          </p:cNvPr>
          <p:cNvSpPr>
            <a:spLocks noGrp="1"/>
          </p:cNvSpPr>
          <p:nvPr>
            <p:ph type="title" hasCustomPrompt="1"/>
          </p:nvPr>
        </p:nvSpPr>
        <p:spPr>
          <a:xfrm>
            <a:off x="3216275" y="1418313"/>
            <a:ext cx="8640763" cy="1284268"/>
          </a:xfrm>
        </p:spPr>
        <p:txBody>
          <a:bodyPr anchor="ctr"/>
          <a:lstStyle>
            <a:lvl1pPr>
              <a:defRPr>
                <a:solidFill>
                  <a:schemeClr val="tx2"/>
                </a:solidFill>
              </a:defRPr>
            </a:lvl1pPr>
          </a:lstStyle>
          <a:p>
            <a:r>
              <a:rPr lang="it-IT" dirty="0"/>
              <a:t>Titolo del divisorio</a:t>
            </a:r>
          </a:p>
        </p:txBody>
      </p:sp>
      <p:sp>
        <p:nvSpPr>
          <p:cNvPr id="6" name="Ovale 5">
            <a:extLst>
              <a:ext uri="{FF2B5EF4-FFF2-40B4-BE49-F238E27FC236}">
                <a16:creationId xmlns:a16="http://schemas.microsoft.com/office/drawing/2014/main" id="{419AA845-D4AF-40CE-B7F3-A1B95A20D2F3}"/>
              </a:ext>
            </a:extLst>
          </p:cNvPr>
          <p:cNvSpPr/>
          <p:nvPr userDrawn="1"/>
        </p:nvSpPr>
        <p:spPr>
          <a:xfrm>
            <a:off x="0" y="1418312"/>
            <a:ext cx="1284270" cy="1284270"/>
          </a:xfrm>
          <a:prstGeom prst="ellipse">
            <a:avLst/>
          </a:prstGeom>
          <a:noFill/>
          <a:ln w="9525">
            <a:solidFill>
              <a:schemeClr val="tx2">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7" name="Connettore diritto 6">
            <a:extLst>
              <a:ext uri="{FF2B5EF4-FFF2-40B4-BE49-F238E27FC236}">
                <a16:creationId xmlns:a16="http://schemas.microsoft.com/office/drawing/2014/main" id="{BA29D2F2-5AC8-4927-AA1D-19630D333830}"/>
              </a:ext>
            </a:extLst>
          </p:cNvPr>
          <p:cNvCxnSpPr>
            <a:cxnSpLocks/>
          </p:cNvCxnSpPr>
          <p:nvPr userDrawn="1"/>
        </p:nvCxnSpPr>
        <p:spPr>
          <a:xfrm>
            <a:off x="0" y="141831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Connettore diritto 7">
            <a:extLst>
              <a:ext uri="{FF2B5EF4-FFF2-40B4-BE49-F238E27FC236}">
                <a16:creationId xmlns:a16="http://schemas.microsoft.com/office/drawing/2014/main" id="{53C00AF5-6CFB-4B05-922E-59446B4D5F1D}"/>
              </a:ext>
            </a:extLst>
          </p:cNvPr>
          <p:cNvCxnSpPr>
            <a:cxnSpLocks/>
          </p:cNvCxnSpPr>
          <p:nvPr userDrawn="1"/>
        </p:nvCxnSpPr>
        <p:spPr>
          <a:xfrm>
            <a:off x="0" y="2717320"/>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28D8426E-B0F3-4A04-99ED-0D9D1A7A694E}"/>
              </a:ext>
            </a:extLst>
          </p:cNvPr>
          <p:cNvCxnSpPr>
            <a:cxnSpLocks/>
          </p:cNvCxnSpPr>
          <p:nvPr userDrawn="1"/>
        </p:nvCxnSpPr>
        <p:spPr>
          <a:xfrm flipV="1">
            <a:off x="1284270" y="1"/>
            <a:ext cx="0" cy="7099442"/>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
        <p:nvSpPr>
          <p:cNvPr id="17" name="Segnaposto testo 16">
            <a:extLst>
              <a:ext uri="{FF2B5EF4-FFF2-40B4-BE49-F238E27FC236}">
                <a16:creationId xmlns:a16="http://schemas.microsoft.com/office/drawing/2014/main" id="{4D2183DA-6999-4DF4-AE0B-EDCD204668B6}"/>
              </a:ext>
            </a:extLst>
          </p:cNvPr>
          <p:cNvSpPr>
            <a:spLocks noGrp="1"/>
          </p:cNvSpPr>
          <p:nvPr>
            <p:ph type="body" sz="quarter" idx="13" hasCustomPrompt="1"/>
          </p:nvPr>
        </p:nvSpPr>
        <p:spPr>
          <a:xfrm>
            <a:off x="8220808" y="3961597"/>
            <a:ext cx="3636230" cy="2359025"/>
          </a:xfrm>
        </p:spPr>
        <p:txBody>
          <a:bodyPr anchor="b">
            <a:normAutofit/>
          </a:bodyPr>
          <a:lstStyle>
            <a:lvl1pPr algn="r">
              <a:defRPr sz="9600">
                <a:solidFill>
                  <a:schemeClr val="tx2"/>
                </a:solidFill>
              </a:defRPr>
            </a:lvl1pPr>
          </a:lstStyle>
          <a:p>
            <a:pPr lvl="0"/>
            <a:r>
              <a:rPr lang="it-IT" dirty="0"/>
              <a:t>00</a:t>
            </a:r>
          </a:p>
        </p:txBody>
      </p:sp>
    </p:spTree>
    <p:extLst>
      <p:ext uri="{BB962C8B-B14F-4D97-AF65-F5344CB8AC3E}">
        <p14:creationId xmlns:p14="http://schemas.microsoft.com/office/powerpoint/2010/main" val="3557231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_finale_A">
    <p:bg>
      <p:bgPr>
        <a:solidFill>
          <a:schemeClr val="accent1"/>
        </a:solidFill>
        <a:effectLst/>
      </p:bgPr>
    </p:bg>
    <p:spTree>
      <p:nvGrpSpPr>
        <p:cNvPr id="1" name=""/>
        <p:cNvGrpSpPr/>
        <p:nvPr/>
      </p:nvGrpSpPr>
      <p:grpSpPr>
        <a:xfrm>
          <a:off x="0" y="0"/>
          <a:ext cx="0" cy="0"/>
          <a:chOff x="0" y="0"/>
          <a:chExt cx="0" cy="0"/>
        </a:xfrm>
      </p:grpSpPr>
      <p:sp>
        <p:nvSpPr>
          <p:cNvPr id="10" name="Ovale 9">
            <a:extLst>
              <a:ext uri="{FF2B5EF4-FFF2-40B4-BE49-F238E27FC236}">
                <a16:creationId xmlns:a16="http://schemas.microsoft.com/office/drawing/2014/main" id="{29206C3E-8262-4BAC-A209-F4327335E1F0}"/>
              </a:ext>
            </a:extLst>
          </p:cNvPr>
          <p:cNvSpPr/>
          <p:nvPr userDrawn="1"/>
        </p:nvSpPr>
        <p:spPr>
          <a:xfrm rot="11483929">
            <a:off x="1293786" y="-5274490"/>
            <a:ext cx="10887270" cy="10887979"/>
          </a:xfrm>
          <a:prstGeom prst="ellipse">
            <a:avLst/>
          </a:prstGeom>
          <a:gradFill flip="none" rotWithShape="1">
            <a:gsLst>
              <a:gs pos="38000">
                <a:schemeClr val="tx1">
                  <a:lumMod val="0"/>
                  <a:lumOff val="100000"/>
                  <a:alpha val="0"/>
                </a:schemeClr>
              </a:gs>
              <a:gs pos="82000">
                <a:schemeClr val="accent3">
                  <a:alpha val="2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900" dirty="0">
              <a:latin typeface="Manrope" pitchFamily="2" charset="0"/>
            </a:endParaRPr>
          </a:p>
        </p:txBody>
      </p:sp>
      <p:sp>
        <p:nvSpPr>
          <p:cNvPr id="2" name="Titolo 1">
            <a:extLst>
              <a:ext uri="{FF2B5EF4-FFF2-40B4-BE49-F238E27FC236}">
                <a16:creationId xmlns:a16="http://schemas.microsoft.com/office/drawing/2014/main" id="{189FF9E0-0F2A-4E7B-ADD7-33314E9E93ED}"/>
              </a:ext>
            </a:extLst>
          </p:cNvPr>
          <p:cNvSpPr>
            <a:spLocks noGrp="1"/>
          </p:cNvSpPr>
          <p:nvPr>
            <p:ph type="title" hasCustomPrompt="1"/>
          </p:nvPr>
        </p:nvSpPr>
        <p:spPr>
          <a:xfrm>
            <a:off x="3216275" y="4295077"/>
            <a:ext cx="8640763" cy="1299008"/>
          </a:xfrm>
        </p:spPr>
        <p:txBody>
          <a:bodyPr anchor="ctr"/>
          <a:lstStyle>
            <a:lvl1pPr>
              <a:defRPr>
                <a:solidFill>
                  <a:schemeClr val="tx2"/>
                </a:solidFill>
              </a:defRPr>
            </a:lvl1pPr>
          </a:lstStyle>
          <a:p>
            <a:r>
              <a:rPr lang="it-IT" dirty="0"/>
              <a:t>Chiusura / Ringraziamenti</a:t>
            </a:r>
          </a:p>
        </p:txBody>
      </p:sp>
      <p:sp>
        <p:nvSpPr>
          <p:cNvPr id="6" name="Ovale 5">
            <a:extLst>
              <a:ext uri="{FF2B5EF4-FFF2-40B4-BE49-F238E27FC236}">
                <a16:creationId xmlns:a16="http://schemas.microsoft.com/office/drawing/2014/main" id="{419AA845-D4AF-40CE-B7F3-A1B95A20D2F3}"/>
              </a:ext>
            </a:extLst>
          </p:cNvPr>
          <p:cNvSpPr/>
          <p:nvPr userDrawn="1"/>
        </p:nvSpPr>
        <p:spPr>
          <a:xfrm>
            <a:off x="0" y="4295076"/>
            <a:ext cx="1284270" cy="1284270"/>
          </a:xfrm>
          <a:prstGeom prst="ellipse">
            <a:avLst/>
          </a:prstGeom>
          <a:noFill/>
          <a:ln w="9525">
            <a:solidFill>
              <a:schemeClr val="bg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7" name="Connettore diritto 6">
            <a:extLst>
              <a:ext uri="{FF2B5EF4-FFF2-40B4-BE49-F238E27FC236}">
                <a16:creationId xmlns:a16="http://schemas.microsoft.com/office/drawing/2014/main" id="{BA29D2F2-5AC8-4927-AA1D-19630D333830}"/>
              </a:ext>
            </a:extLst>
          </p:cNvPr>
          <p:cNvCxnSpPr>
            <a:cxnSpLocks/>
          </p:cNvCxnSpPr>
          <p:nvPr userDrawn="1"/>
        </p:nvCxnSpPr>
        <p:spPr>
          <a:xfrm>
            <a:off x="0" y="4295076"/>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Connettore diritto 7">
            <a:extLst>
              <a:ext uri="{FF2B5EF4-FFF2-40B4-BE49-F238E27FC236}">
                <a16:creationId xmlns:a16="http://schemas.microsoft.com/office/drawing/2014/main" id="{53C00AF5-6CFB-4B05-922E-59446B4D5F1D}"/>
              </a:ext>
            </a:extLst>
          </p:cNvPr>
          <p:cNvCxnSpPr>
            <a:cxnSpLocks/>
          </p:cNvCxnSpPr>
          <p:nvPr userDrawn="1"/>
        </p:nvCxnSpPr>
        <p:spPr>
          <a:xfrm>
            <a:off x="0" y="5594084"/>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28D8426E-B0F3-4A04-99ED-0D9D1A7A694E}"/>
              </a:ext>
            </a:extLst>
          </p:cNvPr>
          <p:cNvCxnSpPr>
            <a:cxnSpLocks/>
          </p:cNvCxnSpPr>
          <p:nvPr userDrawn="1"/>
        </p:nvCxnSpPr>
        <p:spPr>
          <a:xfrm flipV="1">
            <a:off x="1284270" y="1"/>
            <a:ext cx="0" cy="7099442"/>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
        <p:nvSpPr>
          <p:cNvPr id="11" name="Ovale 10">
            <a:extLst>
              <a:ext uri="{FF2B5EF4-FFF2-40B4-BE49-F238E27FC236}">
                <a16:creationId xmlns:a16="http://schemas.microsoft.com/office/drawing/2014/main" id="{E4786A85-B23B-420C-9463-CF262A126A21}"/>
              </a:ext>
            </a:extLst>
          </p:cNvPr>
          <p:cNvSpPr/>
          <p:nvPr userDrawn="1"/>
        </p:nvSpPr>
        <p:spPr>
          <a:xfrm rot="11483929">
            <a:off x="652366" y="5545716"/>
            <a:ext cx="10887270" cy="10887979"/>
          </a:xfrm>
          <a:prstGeom prst="ellipse">
            <a:avLst/>
          </a:prstGeom>
          <a:gradFill flip="none" rotWithShape="1">
            <a:gsLst>
              <a:gs pos="38000">
                <a:schemeClr val="tx1">
                  <a:lumMod val="0"/>
                  <a:lumOff val="100000"/>
                  <a:alpha val="0"/>
                </a:schemeClr>
              </a:gs>
              <a:gs pos="82000">
                <a:schemeClr val="accent3">
                  <a:alpha val="2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900" dirty="0">
              <a:latin typeface="Manrope" pitchFamily="2" charset="0"/>
            </a:endParaRPr>
          </a:p>
        </p:txBody>
      </p:sp>
    </p:spTree>
    <p:extLst>
      <p:ext uri="{BB962C8B-B14F-4D97-AF65-F5344CB8AC3E}">
        <p14:creationId xmlns:p14="http://schemas.microsoft.com/office/powerpoint/2010/main" val="297177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lide_finale_B">
    <p:bg>
      <p:bgPr>
        <a:solidFill>
          <a:schemeClr val="accent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89FF9E0-0F2A-4E7B-ADD7-33314E9E93ED}"/>
              </a:ext>
            </a:extLst>
          </p:cNvPr>
          <p:cNvSpPr>
            <a:spLocks noGrp="1"/>
          </p:cNvSpPr>
          <p:nvPr>
            <p:ph type="title" hasCustomPrompt="1"/>
          </p:nvPr>
        </p:nvSpPr>
        <p:spPr>
          <a:xfrm>
            <a:off x="3216275" y="4295077"/>
            <a:ext cx="8640763" cy="1299008"/>
          </a:xfrm>
        </p:spPr>
        <p:txBody>
          <a:bodyPr anchor="ctr"/>
          <a:lstStyle>
            <a:lvl1pPr>
              <a:defRPr>
                <a:solidFill>
                  <a:schemeClr val="tx2"/>
                </a:solidFill>
              </a:defRPr>
            </a:lvl1pPr>
          </a:lstStyle>
          <a:p>
            <a:r>
              <a:rPr lang="it-IT" dirty="0"/>
              <a:t>Chiusura / Ringraziamenti</a:t>
            </a:r>
          </a:p>
        </p:txBody>
      </p:sp>
      <p:sp>
        <p:nvSpPr>
          <p:cNvPr id="6" name="Ovale 5">
            <a:extLst>
              <a:ext uri="{FF2B5EF4-FFF2-40B4-BE49-F238E27FC236}">
                <a16:creationId xmlns:a16="http://schemas.microsoft.com/office/drawing/2014/main" id="{419AA845-D4AF-40CE-B7F3-A1B95A20D2F3}"/>
              </a:ext>
            </a:extLst>
          </p:cNvPr>
          <p:cNvSpPr/>
          <p:nvPr userDrawn="1"/>
        </p:nvSpPr>
        <p:spPr>
          <a:xfrm>
            <a:off x="0" y="4295076"/>
            <a:ext cx="1284270" cy="1284270"/>
          </a:xfrm>
          <a:prstGeom prst="ellipse">
            <a:avLst/>
          </a:prstGeom>
          <a:noFill/>
          <a:ln w="9525">
            <a:solidFill>
              <a:schemeClr val="bg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7" name="Connettore diritto 6">
            <a:extLst>
              <a:ext uri="{FF2B5EF4-FFF2-40B4-BE49-F238E27FC236}">
                <a16:creationId xmlns:a16="http://schemas.microsoft.com/office/drawing/2014/main" id="{BA29D2F2-5AC8-4927-AA1D-19630D333830}"/>
              </a:ext>
            </a:extLst>
          </p:cNvPr>
          <p:cNvCxnSpPr>
            <a:cxnSpLocks/>
          </p:cNvCxnSpPr>
          <p:nvPr userDrawn="1"/>
        </p:nvCxnSpPr>
        <p:spPr>
          <a:xfrm>
            <a:off x="0" y="4295076"/>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Connettore diritto 7">
            <a:extLst>
              <a:ext uri="{FF2B5EF4-FFF2-40B4-BE49-F238E27FC236}">
                <a16:creationId xmlns:a16="http://schemas.microsoft.com/office/drawing/2014/main" id="{53C00AF5-6CFB-4B05-922E-59446B4D5F1D}"/>
              </a:ext>
            </a:extLst>
          </p:cNvPr>
          <p:cNvCxnSpPr>
            <a:cxnSpLocks/>
          </p:cNvCxnSpPr>
          <p:nvPr userDrawn="1"/>
        </p:nvCxnSpPr>
        <p:spPr>
          <a:xfrm>
            <a:off x="0" y="5594084"/>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28D8426E-B0F3-4A04-99ED-0D9D1A7A694E}"/>
              </a:ext>
            </a:extLst>
          </p:cNvPr>
          <p:cNvCxnSpPr>
            <a:cxnSpLocks/>
          </p:cNvCxnSpPr>
          <p:nvPr userDrawn="1"/>
        </p:nvCxnSpPr>
        <p:spPr>
          <a:xfrm flipV="1">
            <a:off x="1284270" y="1"/>
            <a:ext cx="0" cy="7099442"/>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2493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gina base_ testo 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3F10C0-5DFE-4F2B-84B3-498D1D283AB1}"/>
              </a:ext>
            </a:extLst>
          </p:cNvPr>
          <p:cNvSpPr>
            <a:spLocks noGrp="1"/>
          </p:cNvSpPr>
          <p:nvPr>
            <p:ph type="title"/>
          </p:nvPr>
        </p:nvSpPr>
        <p:spPr>
          <a:xfrm>
            <a:off x="334964" y="808073"/>
            <a:ext cx="8640000" cy="840083"/>
          </a:xfrm>
        </p:spPr>
        <p:txBody>
          <a:bodyPr/>
          <a:lstStyle/>
          <a:p>
            <a:endParaRPr lang="it-IT" dirty="0"/>
          </a:p>
        </p:txBody>
      </p:sp>
      <p:sp>
        <p:nvSpPr>
          <p:cNvPr id="7" name="Segnaposto testo 6">
            <a:extLst>
              <a:ext uri="{FF2B5EF4-FFF2-40B4-BE49-F238E27FC236}">
                <a16:creationId xmlns:a16="http://schemas.microsoft.com/office/drawing/2014/main" id="{99AF24DE-B4DF-4CF0-A1D8-A9C3833DB7E0}"/>
              </a:ext>
            </a:extLst>
          </p:cNvPr>
          <p:cNvSpPr>
            <a:spLocks noGrp="1"/>
          </p:cNvSpPr>
          <p:nvPr>
            <p:ph type="body" sz="quarter" idx="13"/>
          </p:nvPr>
        </p:nvSpPr>
        <p:spPr>
          <a:xfrm>
            <a:off x="334963" y="2060575"/>
            <a:ext cx="8640000" cy="4429125"/>
          </a:xfrm>
        </p:spPr>
        <p:txBody>
          <a:bodyPr/>
          <a:lstStyle/>
          <a:p>
            <a:pPr lvl="0"/>
            <a:endParaRPr lang="it-IT" dirty="0"/>
          </a:p>
        </p:txBody>
      </p:sp>
      <p:sp>
        <p:nvSpPr>
          <p:cNvPr id="6" name="Date Placeholder 5">
            <a:extLst>
              <a:ext uri="{FF2B5EF4-FFF2-40B4-BE49-F238E27FC236}">
                <a16:creationId xmlns:a16="http://schemas.microsoft.com/office/drawing/2014/main" id="{4A980613-4654-92A0-4715-840F042A3AA9}"/>
              </a:ext>
            </a:extLst>
          </p:cNvPr>
          <p:cNvSpPr>
            <a:spLocks noGrp="1"/>
          </p:cNvSpPr>
          <p:nvPr>
            <p:ph type="dt" sz="half" idx="14"/>
          </p:nvPr>
        </p:nvSpPr>
        <p:spPr/>
        <p:txBody>
          <a:bodyPr/>
          <a:lstStyle/>
          <a:p>
            <a:r>
              <a:rPr lang="it-IT"/>
              <a:t>POLITECNICO DI MILANO</a:t>
            </a:r>
            <a:endParaRPr lang="it-IT" dirty="0"/>
          </a:p>
        </p:txBody>
      </p:sp>
      <p:sp>
        <p:nvSpPr>
          <p:cNvPr id="8" name="Footer Placeholder 7">
            <a:extLst>
              <a:ext uri="{FF2B5EF4-FFF2-40B4-BE49-F238E27FC236}">
                <a16:creationId xmlns:a16="http://schemas.microsoft.com/office/drawing/2014/main" id="{8F9ED062-1B79-4C4B-6421-7CB00472BAF9}"/>
              </a:ext>
            </a:extLst>
          </p:cNvPr>
          <p:cNvSpPr>
            <a:spLocks noGrp="1"/>
          </p:cNvSpPr>
          <p:nvPr>
            <p:ph type="ftr" sz="quarter" idx="15"/>
          </p:nvPr>
        </p:nvSpPr>
        <p:spPr/>
        <p:txBody>
          <a:bodyPr/>
          <a:lstStyle/>
          <a:p>
            <a:r>
              <a:rPr lang="en-US"/>
              <a:t>Department of Energy</a:t>
            </a:r>
            <a:endParaRPr lang="it-IT" dirty="0"/>
          </a:p>
        </p:txBody>
      </p:sp>
      <p:sp>
        <p:nvSpPr>
          <p:cNvPr id="9" name="Slide Number Placeholder 8">
            <a:extLst>
              <a:ext uri="{FF2B5EF4-FFF2-40B4-BE49-F238E27FC236}">
                <a16:creationId xmlns:a16="http://schemas.microsoft.com/office/drawing/2014/main" id="{2CB24FFE-DE94-1912-C9DA-7B2CA8125DBB}"/>
              </a:ext>
            </a:extLst>
          </p:cNvPr>
          <p:cNvSpPr>
            <a:spLocks noGrp="1"/>
          </p:cNvSpPr>
          <p:nvPr>
            <p:ph type="sldNum" sz="quarter" idx="16"/>
          </p:nvPr>
        </p:nvSpPr>
        <p:spPr/>
        <p:txBody>
          <a:bodyPr/>
          <a:lstStyle/>
          <a:p>
            <a:fld id="{3135EEA2-8D42-4D46-95A6-66E65FDC5EB1}" type="slidenum">
              <a:rPr lang="it-IT" smtClean="0"/>
              <a:pPr/>
              <a:t>‹#›</a:t>
            </a:fld>
            <a:endParaRPr lang="it-IT"/>
          </a:p>
        </p:txBody>
      </p:sp>
    </p:spTree>
    <p:extLst>
      <p:ext uri="{BB962C8B-B14F-4D97-AF65-F5344CB8AC3E}">
        <p14:creationId xmlns:p14="http://schemas.microsoft.com/office/powerpoint/2010/main" val="1678769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agina base_ testo B">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3F10C0-5DFE-4F2B-84B3-498D1D283AB1}"/>
              </a:ext>
            </a:extLst>
          </p:cNvPr>
          <p:cNvSpPr>
            <a:spLocks noGrp="1"/>
          </p:cNvSpPr>
          <p:nvPr>
            <p:ph type="title"/>
          </p:nvPr>
        </p:nvSpPr>
        <p:spPr>
          <a:xfrm>
            <a:off x="334963" y="808073"/>
            <a:ext cx="11522075" cy="840083"/>
          </a:xfrm>
        </p:spPr>
        <p:txBody>
          <a:bodyPr/>
          <a:lstStyle/>
          <a:p>
            <a:endParaRPr lang="it-IT" dirty="0"/>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p>
            <a:r>
              <a:rPr lang="en-US"/>
              <a:t>Department of Energy</a:t>
            </a:r>
            <a:endParaRPr lang="it-IT" dirty="0"/>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p>
            <a:fld id="{3135EEA2-8D42-4D46-95A6-66E65FDC5EB1}" type="slidenum">
              <a:rPr lang="it-IT" smtClean="0"/>
              <a:pPr/>
              <a:t>‹#›</a:t>
            </a:fld>
            <a:endParaRPr lang="it-IT"/>
          </a:p>
        </p:txBody>
      </p:sp>
      <p:sp>
        <p:nvSpPr>
          <p:cNvPr id="7" name="Segnaposto testo 6">
            <a:extLst>
              <a:ext uri="{FF2B5EF4-FFF2-40B4-BE49-F238E27FC236}">
                <a16:creationId xmlns:a16="http://schemas.microsoft.com/office/drawing/2014/main" id="{99AF24DE-B4DF-4CF0-A1D8-A9C3833DB7E0}"/>
              </a:ext>
            </a:extLst>
          </p:cNvPr>
          <p:cNvSpPr>
            <a:spLocks noGrp="1"/>
          </p:cNvSpPr>
          <p:nvPr>
            <p:ph type="body" sz="quarter" idx="13"/>
          </p:nvPr>
        </p:nvSpPr>
        <p:spPr>
          <a:xfrm>
            <a:off x="334963" y="2060575"/>
            <a:ext cx="5330113" cy="4429125"/>
          </a:xfrm>
        </p:spPr>
        <p:txBody>
          <a:bodyPr/>
          <a:lstStyle/>
          <a:p>
            <a:pPr lvl="0"/>
            <a:endParaRPr lang="it-IT" dirty="0"/>
          </a:p>
        </p:txBody>
      </p:sp>
      <p:sp>
        <p:nvSpPr>
          <p:cNvPr id="10" name="Segnaposto testo 6">
            <a:extLst>
              <a:ext uri="{FF2B5EF4-FFF2-40B4-BE49-F238E27FC236}">
                <a16:creationId xmlns:a16="http://schemas.microsoft.com/office/drawing/2014/main" id="{A91EDD17-1F39-46F2-A6AE-0DA93D9DE767}"/>
              </a:ext>
            </a:extLst>
          </p:cNvPr>
          <p:cNvSpPr>
            <a:spLocks noGrp="1"/>
          </p:cNvSpPr>
          <p:nvPr>
            <p:ph type="body" sz="quarter" idx="14"/>
          </p:nvPr>
        </p:nvSpPr>
        <p:spPr>
          <a:xfrm>
            <a:off x="6253549" y="2060575"/>
            <a:ext cx="5330113" cy="4429125"/>
          </a:xfrm>
        </p:spPr>
        <p:txBody>
          <a:bodyPr/>
          <a:lstStyle/>
          <a:p>
            <a:pPr lvl="0"/>
            <a:endParaRPr lang="it-IT" dirty="0"/>
          </a:p>
        </p:txBody>
      </p:sp>
    </p:spTree>
    <p:extLst>
      <p:ext uri="{BB962C8B-B14F-4D97-AF65-F5344CB8AC3E}">
        <p14:creationId xmlns:p14="http://schemas.microsoft.com/office/powerpoint/2010/main" val="401809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agina base_ testo C">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3F10C0-5DFE-4F2B-84B3-498D1D283AB1}"/>
              </a:ext>
            </a:extLst>
          </p:cNvPr>
          <p:cNvSpPr>
            <a:spLocks noGrp="1"/>
          </p:cNvSpPr>
          <p:nvPr>
            <p:ph type="title"/>
          </p:nvPr>
        </p:nvSpPr>
        <p:spPr>
          <a:xfrm>
            <a:off x="334963" y="808073"/>
            <a:ext cx="11522075" cy="840083"/>
          </a:xfrm>
        </p:spPr>
        <p:txBody>
          <a:bodyPr/>
          <a:lstStyle/>
          <a:p>
            <a:endParaRPr lang="it-IT" dirty="0"/>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p>
            <a:r>
              <a:rPr lang="en-US"/>
              <a:t>Department of Energy</a:t>
            </a:r>
            <a:endParaRPr lang="it-IT" dirty="0"/>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p>
            <a:fld id="{3135EEA2-8D42-4D46-95A6-66E65FDC5EB1}" type="slidenum">
              <a:rPr lang="it-IT" smtClean="0"/>
              <a:pPr/>
              <a:t>‹#›</a:t>
            </a:fld>
            <a:endParaRPr lang="it-IT"/>
          </a:p>
        </p:txBody>
      </p:sp>
      <p:sp>
        <p:nvSpPr>
          <p:cNvPr id="7" name="Segnaposto testo 6">
            <a:extLst>
              <a:ext uri="{FF2B5EF4-FFF2-40B4-BE49-F238E27FC236}">
                <a16:creationId xmlns:a16="http://schemas.microsoft.com/office/drawing/2014/main" id="{99AF24DE-B4DF-4CF0-A1D8-A9C3833DB7E0}"/>
              </a:ext>
            </a:extLst>
          </p:cNvPr>
          <p:cNvSpPr>
            <a:spLocks noGrp="1"/>
          </p:cNvSpPr>
          <p:nvPr>
            <p:ph type="body" sz="quarter" idx="13"/>
          </p:nvPr>
        </p:nvSpPr>
        <p:spPr>
          <a:xfrm>
            <a:off x="3216275" y="2060575"/>
            <a:ext cx="8640762" cy="4429125"/>
          </a:xfrm>
        </p:spPr>
        <p:txBody>
          <a:bodyPr/>
          <a:lstStyle/>
          <a:p>
            <a:pPr lvl="0"/>
            <a:endParaRPr lang="it-IT" dirty="0"/>
          </a:p>
        </p:txBody>
      </p:sp>
      <p:sp>
        <p:nvSpPr>
          <p:cNvPr id="8" name="Segnaposto testo 6">
            <a:extLst>
              <a:ext uri="{FF2B5EF4-FFF2-40B4-BE49-F238E27FC236}">
                <a16:creationId xmlns:a16="http://schemas.microsoft.com/office/drawing/2014/main" id="{E3A4E093-361F-4C37-B47B-B067A8415F3A}"/>
              </a:ext>
            </a:extLst>
          </p:cNvPr>
          <p:cNvSpPr>
            <a:spLocks noGrp="1"/>
          </p:cNvSpPr>
          <p:nvPr>
            <p:ph type="body" sz="quarter" idx="14" hasCustomPrompt="1"/>
          </p:nvPr>
        </p:nvSpPr>
        <p:spPr>
          <a:xfrm>
            <a:off x="334964" y="2060575"/>
            <a:ext cx="2601668" cy="4429125"/>
          </a:xfrm>
        </p:spPr>
        <p:txBody>
          <a:bodyPr/>
          <a:lstStyle>
            <a:lvl1pPr marL="342900" indent="-342900">
              <a:buAutoNum type="arabicPeriod"/>
              <a:defRPr b="1"/>
            </a:lvl1pPr>
          </a:lstStyle>
          <a:p>
            <a:pPr lvl="0"/>
            <a:r>
              <a:rPr lang="it-IT" dirty="0" err="1"/>
              <a:t>Lorem</a:t>
            </a:r>
            <a:r>
              <a:rPr lang="it-IT" dirty="0"/>
              <a:t> </a:t>
            </a:r>
            <a:r>
              <a:rPr lang="it-IT" dirty="0" err="1"/>
              <a:t>ipsum</a:t>
            </a:r>
            <a:endParaRPr lang="it-IT" dirty="0"/>
          </a:p>
          <a:p>
            <a:pPr lvl="0"/>
            <a:r>
              <a:rPr lang="it-IT" dirty="0" err="1"/>
              <a:t>Lorem</a:t>
            </a:r>
            <a:r>
              <a:rPr lang="it-IT" dirty="0"/>
              <a:t> </a:t>
            </a:r>
            <a:r>
              <a:rPr lang="it-IT" dirty="0" err="1"/>
              <a:t>ipsum</a:t>
            </a:r>
            <a:endParaRPr lang="it-IT" dirty="0"/>
          </a:p>
          <a:p>
            <a:pPr lvl="0"/>
            <a:r>
              <a:rPr lang="it-IT" dirty="0" err="1"/>
              <a:t>Lorem</a:t>
            </a:r>
            <a:r>
              <a:rPr lang="it-IT" dirty="0"/>
              <a:t> </a:t>
            </a:r>
            <a:r>
              <a:rPr lang="it-IT"/>
              <a:t>ipsum</a:t>
            </a:r>
            <a:endParaRPr lang="it-IT" dirty="0"/>
          </a:p>
        </p:txBody>
      </p:sp>
    </p:spTree>
    <p:extLst>
      <p:ext uri="{BB962C8B-B14F-4D97-AF65-F5344CB8AC3E}">
        <p14:creationId xmlns:p14="http://schemas.microsoft.com/office/powerpoint/2010/main" val="470807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agina base_Ogget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8F4CC49-BF64-4501-AD26-31299F38CC56}"/>
              </a:ext>
            </a:extLst>
          </p:cNvPr>
          <p:cNvSpPr>
            <a:spLocks noGrp="1"/>
          </p:cNvSpPr>
          <p:nvPr>
            <p:ph type="title"/>
          </p:nvPr>
        </p:nvSpPr>
        <p:spPr>
          <a:xfrm>
            <a:off x="334963" y="812652"/>
            <a:ext cx="11522075" cy="840083"/>
          </a:xfrm>
          <a:prstGeom prst="rect">
            <a:avLst/>
          </a:prstGeom>
        </p:spPr>
        <p:txBody>
          <a:bodyPr/>
          <a:lstStyle/>
          <a:p>
            <a:endParaRPr lang="it-IT" dirty="0"/>
          </a:p>
        </p:txBody>
      </p:sp>
      <p:sp>
        <p:nvSpPr>
          <p:cNvPr id="3" name="Segnaposto contenuto 2">
            <a:extLst>
              <a:ext uri="{FF2B5EF4-FFF2-40B4-BE49-F238E27FC236}">
                <a16:creationId xmlns:a16="http://schemas.microsoft.com/office/drawing/2014/main" id="{035458E8-0508-42CF-A7E2-ABE84A714D6B}"/>
              </a:ext>
            </a:extLst>
          </p:cNvPr>
          <p:cNvSpPr>
            <a:spLocks noGrp="1"/>
          </p:cNvSpPr>
          <p:nvPr>
            <p:ph idx="1"/>
          </p:nvPr>
        </p:nvSpPr>
        <p:spPr>
          <a:xfrm>
            <a:off x="334963" y="2060576"/>
            <a:ext cx="11522075" cy="4146550"/>
          </a:xfrm>
          <a:noFill/>
        </p:spPr>
        <p:txBody>
          <a:bodyPr/>
          <a:lstStyle/>
          <a:p>
            <a:pPr lvl="0"/>
            <a:endParaRPr lang="it-IT" dirty="0"/>
          </a:p>
        </p:txBody>
      </p:sp>
      <p:sp>
        <p:nvSpPr>
          <p:cNvPr id="4" name="Segnaposto data 3">
            <a:extLst>
              <a:ext uri="{FF2B5EF4-FFF2-40B4-BE49-F238E27FC236}">
                <a16:creationId xmlns:a16="http://schemas.microsoft.com/office/drawing/2014/main" id="{496A4B48-3E59-4C49-8298-F9F8442DAB3F}"/>
              </a:ext>
            </a:extLst>
          </p:cNvPr>
          <p:cNvSpPr>
            <a:spLocks noGrp="1"/>
          </p:cNvSpPr>
          <p:nvPr>
            <p:ph type="dt" sz="half" idx="10"/>
          </p:nvPr>
        </p:nvSpPr>
        <p:spPr/>
        <p:txBody>
          <a:bodyPr/>
          <a:lstStyle/>
          <a:p>
            <a:r>
              <a:rPr lang="it-IT"/>
              <a:t>POLITECNICO DI MILANO</a:t>
            </a:r>
          </a:p>
        </p:txBody>
      </p:sp>
      <p:sp>
        <p:nvSpPr>
          <p:cNvPr id="5" name="Segnaposto piè di pagina 4">
            <a:extLst>
              <a:ext uri="{FF2B5EF4-FFF2-40B4-BE49-F238E27FC236}">
                <a16:creationId xmlns:a16="http://schemas.microsoft.com/office/drawing/2014/main" id="{174028AC-2CCC-4D8D-959A-F6ABF13956E8}"/>
              </a:ext>
            </a:extLst>
          </p:cNvPr>
          <p:cNvSpPr>
            <a:spLocks noGrp="1"/>
          </p:cNvSpPr>
          <p:nvPr>
            <p:ph type="ftr" sz="quarter" idx="11"/>
          </p:nvPr>
        </p:nvSpPr>
        <p:spPr/>
        <p:txBody>
          <a:bodyPr/>
          <a:lstStyle/>
          <a:p>
            <a:r>
              <a:rPr lang="en-US"/>
              <a:t>Department of Energy</a:t>
            </a:r>
            <a:endParaRPr lang="it-IT"/>
          </a:p>
        </p:txBody>
      </p:sp>
      <p:sp>
        <p:nvSpPr>
          <p:cNvPr id="6" name="Segnaposto numero diapositiva 5">
            <a:extLst>
              <a:ext uri="{FF2B5EF4-FFF2-40B4-BE49-F238E27FC236}">
                <a16:creationId xmlns:a16="http://schemas.microsoft.com/office/drawing/2014/main" id="{BB0D810A-BB19-46E5-95EF-8E0D57F0BA8A}"/>
              </a:ext>
            </a:extLst>
          </p:cNvPr>
          <p:cNvSpPr>
            <a:spLocks noGrp="1"/>
          </p:cNvSpPr>
          <p:nvPr>
            <p:ph type="sldNum" sz="quarter" idx="12"/>
          </p:nvPr>
        </p:nvSpPr>
        <p:spPr/>
        <p:txBody>
          <a:bodyPr/>
          <a:lstStyle/>
          <a:p>
            <a:fld id="{3135EEA2-8D42-4D46-95A6-66E65FDC5EB1}" type="slidenum">
              <a:rPr lang="it-IT" smtClean="0"/>
              <a:t>‹#›</a:t>
            </a:fld>
            <a:endParaRPr lang="it-IT"/>
          </a:p>
        </p:txBody>
      </p:sp>
      <p:sp>
        <p:nvSpPr>
          <p:cNvPr id="7" name="Segnaposto testo 11">
            <a:extLst>
              <a:ext uri="{FF2B5EF4-FFF2-40B4-BE49-F238E27FC236}">
                <a16:creationId xmlns:a16="http://schemas.microsoft.com/office/drawing/2014/main" id="{6924BD38-C241-45AE-9D16-9EE806C4074E}"/>
              </a:ext>
            </a:extLst>
          </p:cNvPr>
          <p:cNvSpPr>
            <a:spLocks noGrp="1"/>
          </p:cNvSpPr>
          <p:nvPr>
            <p:ph type="body" sz="quarter" idx="16"/>
          </p:nvPr>
        </p:nvSpPr>
        <p:spPr>
          <a:xfrm>
            <a:off x="334962" y="6207125"/>
            <a:ext cx="11522076" cy="282575"/>
          </a:xfrm>
        </p:spPr>
        <p:txBody>
          <a:bodyPr anchor="b">
            <a:normAutofit/>
          </a:bodyPr>
          <a:lstStyle>
            <a:lvl1pPr>
              <a:defRPr sz="900"/>
            </a:lvl1pPr>
          </a:lstStyle>
          <a:p>
            <a:pPr lvl="0"/>
            <a:endParaRPr lang="it-IT" dirty="0"/>
          </a:p>
        </p:txBody>
      </p:sp>
    </p:spTree>
    <p:extLst>
      <p:ext uri="{BB962C8B-B14F-4D97-AF65-F5344CB8AC3E}">
        <p14:creationId xmlns:p14="http://schemas.microsoft.com/office/powerpoint/2010/main" val="40470217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agina colonna _ testo">
    <p:bg>
      <p:bgPr>
        <a:solidFill>
          <a:srgbClr val="F3F3F3"/>
        </a:solidFill>
        <a:effectLst/>
      </p:bgPr>
    </p:bg>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0933319C-8AC5-4764-9981-AEA331D30C57}"/>
              </a:ext>
            </a:extLst>
          </p:cNvPr>
          <p:cNvSpPr/>
          <p:nvPr userDrawn="1"/>
        </p:nvSpPr>
        <p:spPr>
          <a:xfrm>
            <a:off x="0" y="0"/>
            <a:ext cx="285591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6847A823-6861-4ED7-916A-EB4BF5CE6D62}"/>
              </a:ext>
            </a:extLst>
          </p:cNvPr>
          <p:cNvSpPr>
            <a:spLocks noGrp="1"/>
          </p:cNvSpPr>
          <p:nvPr>
            <p:ph type="title" hasCustomPrompt="1"/>
          </p:nvPr>
        </p:nvSpPr>
        <p:spPr>
          <a:xfrm>
            <a:off x="334964" y="808073"/>
            <a:ext cx="2163688" cy="840083"/>
          </a:xfrm>
        </p:spPr>
        <p:txBody>
          <a:bodyPr/>
          <a:lstStyle>
            <a:lvl1pPr>
              <a:defRPr/>
            </a:lvl1pPr>
          </a:lstStyle>
          <a:p>
            <a:r>
              <a:rPr lang="it-IT" dirty="0"/>
              <a:t>Inserire titolo</a:t>
            </a:r>
          </a:p>
        </p:txBody>
      </p:sp>
      <p:sp>
        <p:nvSpPr>
          <p:cNvPr id="3" name="Segnaposto data 2">
            <a:extLst>
              <a:ext uri="{FF2B5EF4-FFF2-40B4-BE49-F238E27FC236}">
                <a16:creationId xmlns:a16="http://schemas.microsoft.com/office/drawing/2014/main" id="{C86D3BA3-83F0-4C02-8636-ACA6EA9DFFCA}"/>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a16:creationId xmlns:a16="http://schemas.microsoft.com/office/drawing/2014/main" id="{7CB1FEA7-7590-4AD0-A0B1-4809206902FD}"/>
              </a:ext>
            </a:extLst>
          </p:cNvPr>
          <p:cNvSpPr>
            <a:spLocks noGrp="1"/>
          </p:cNvSpPr>
          <p:nvPr>
            <p:ph type="ftr" sz="quarter" idx="11"/>
          </p:nvPr>
        </p:nvSpPr>
        <p:spPr/>
        <p:txBody>
          <a:bodyPr/>
          <a:lstStyle/>
          <a:p>
            <a:r>
              <a:rPr lang="en-US"/>
              <a:t>Department of Energy</a:t>
            </a:r>
            <a:endParaRPr lang="it-IT" dirty="0"/>
          </a:p>
        </p:txBody>
      </p:sp>
      <p:sp>
        <p:nvSpPr>
          <p:cNvPr id="5" name="Segnaposto numero diapositiva 4">
            <a:extLst>
              <a:ext uri="{FF2B5EF4-FFF2-40B4-BE49-F238E27FC236}">
                <a16:creationId xmlns:a16="http://schemas.microsoft.com/office/drawing/2014/main" id="{F95199BD-4F67-4AA1-A795-95C0BF541294}"/>
              </a:ext>
            </a:extLst>
          </p:cNvPr>
          <p:cNvSpPr>
            <a:spLocks noGrp="1"/>
          </p:cNvSpPr>
          <p:nvPr>
            <p:ph type="sldNum" sz="quarter" idx="12"/>
          </p:nvPr>
        </p:nvSpPr>
        <p:spPr/>
        <p:txBody>
          <a:bodyPr/>
          <a:lstStyle/>
          <a:p>
            <a:fld id="{3135EEA2-8D42-4D46-95A6-66E65FDC5EB1}" type="slidenum">
              <a:rPr lang="it-IT" smtClean="0"/>
              <a:pPr/>
              <a:t>‹#›</a:t>
            </a:fld>
            <a:endParaRPr lang="it-IT"/>
          </a:p>
        </p:txBody>
      </p:sp>
      <p:sp>
        <p:nvSpPr>
          <p:cNvPr id="8" name="Segnaposto testo 7">
            <a:extLst>
              <a:ext uri="{FF2B5EF4-FFF2-40B4-BE49-F238E27FC236}">
                <a16:creationId xmlns:a16="http://schemas.microsoft.com/office/drawing/2014/main" id="{67325048-9832-400A-BAC7-02B5977E3E3F}"/>
              </a:ext>
            </a:extLst>
          </p:cNvPr>
          <p:cNvSpPr>
            <a:spLocks noGrp="1"/>
          </p:cNvSpPr>
          <p:nvPr>
            <p:ph type="body" sz="quarter" idx="13"/>
          </p:nvPr>
        </p:nvSpPr>
        <p:spPr>
          <a:xfrm>
            <a:off x="334963" y="2060575"/>
            <a:ext cx="2163762" cy="4429125"/>
          </a:xfrm>
        </p:spPr>
        <p:txBody>
          <a:bodyPr>
            <a:noAutofit/>
          </a:bodyPr>
          <a:lstStyle>
            <a:lvl1pPr>
              <a:defRPr sz="1600"/>
            </a:lvl1pPr>
            <a:lvl2pPr>
              <a:defRPr sz="1400"/>
            </a:lvl2pPr>
            <a:lvl3pPr>
              <a:defRPr sz="1400"/>
            </a:lvl3pPr>
            <a:lvl4pPr>
              <a:defRPr sz="1400"/>
            </a:lvl4pPr>
            <a:lvl5pPr>
              <a:defRPr sz="1400"/>
            </a:lvl5pPr>
          </a:lstStyle>
          <a:p>
            <a:pPr lvl="0"/>
            <a:endParaRPr lang="it-IT" dirty="0"/>
          </a:p>
        </p:txBody>
      </p:sp>
      <p:sp>
        <p:nvSpPr>
          <p:cNvPr id="10" name="Segnaposto testo 9">
            <a:extLst>
              <a:ext uri="{FF2B5EF4-FFF2-40B4-BE49-F238E27FC236}">
                <a16:creationId xmlns:a16="http://schemas.microsoft.com/office/drawing/2014/main" id="{1C0D3E2E-2AFC-47C5-ADBC-3E40FCEC1C5C}"/>
              </a:ext>
            </a:extLst>
          </p:cNvPr>
          <p:cNvSpPr>
            <a:spLocks noGrp="1"/>
          </p:cNvSpPr>
          <p:nvPr>
            <p:ph type="body" sz="quarter" idx="14"/>
          </p:nvPr>
        </p:nvSpPr>
        <p:spPr>
          <a:xfrm>
            <a:off x="3216275" y="2060575"/>
            <a:ext cx="8640763" cy="4429125"/>
          </a:xfrm>
        </p:spPr>
        <p:txBody>
          <a:bodyPr>
            <a:noAutofit/>
          </a:bodyPr>
          <a:lstStyle>
            <a:lvl1pPr>
              <a:defRPr sz="1600"/>
            </a:lvl1pPr>
            <a:lvl2pPr>
              <a:defRPr sz="1400"/>
            </a:lvl2pPr>
            <a:lvl3pPr>
              <a:defRPr sz="1400"/>
            </a:lvl3pPr>
            <a:lvl4pPr>
              <a:defRPr sz="1400"/>
            </a:lvl4pPr>
            <a:lvl5pPr>
              <a:defRPr sz="1400"/>
            </a:lvl5pPr>
          </a:lstStyle>
          <a:p>
            <a:pPr lvl="0"/>
            <a:endParaRPr lang="it-IT" dirty="0"/>
          </a:p>
        </p:txBody>
      </p:sp>
    </p:spTree>
    <p:extLst>
      <p:ext uri="{BB962C8B-B14F-4D97-AF65-F5344CB8AC3E}">
        <p14:creationId xmlns:p14="http://schemas.microsoft.com/office/powerpoint/2010/main" val="2801598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gina colonna _ oggetto">
    <p:bg>
      <p:bgPr>
        <a:solidFill>
          <a:srgbClr val="F3F3F3"/>
        </a:solidFill>
        <a:effectLst/>
      </p:bgPr>
    </p:bg>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0933319C-8AC5-4764-9981-AEA331D30C57}"/>
              </a:ext>
            </a:extLst>
          </p:cNvPr>
          <p:cNvSpPr/>
          <p:nvPr userDrawn="1"/>
        </p:nvSpPr>
        <p:spPr>
          <a:xfrm>
            <a:off x="0" y="0"/>
            <a:ext cx="285591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6847A823-6861-4ED7-916A-EB4BF5CE6D62}"/>
              </a:ext>
            </a:extLst>
          </p:cNvPr>
          <p:cNvSpPr>
            <a:spLocks noGrp="1"/>
          </p:cNvSpPr>
          <p:nvPr>
            <p:ph type="title" hasCustomPrompt="1"/>
          </p:nvPr>
        </p:nvSpPr>
        <p:spPr>
          <a:xfrm>
            <a:off x="334964" y="808073"/>
            <a:ext cx="2163688" cy="840083"/>
          </a:xfrm>
        </p:spPr>
        <p:txBody>
          <a:bodyPr/>
          <a:lstStyle>
            <a:lvl1pPr>
              <a:defRPr/>
            </a:lvl1pPr>
          </a:lstStyle>
          <a:p>
            <a:r>
              <a:rPr lang="it-IT" dirty="0"/>
              <a:t>Inserire titolo</a:t>
            </a:r>
          </a:p>
        </p:txBody>
      </p:sp>
      <p:sp>
        <p:nvSpPr>
          <p:cNvPr id="3" name="Segnaposto data 2">
            <a:extLst>
              <a:ext uri="{FF2B5EF4-FFF2-40B4-BE49-F238E27FC236}">
                <a16:creationId xmlns:a16="http://schemas.microsoft.com/office/drawing/2014/main" id="{C86D3BA3-83F0-4C02-8636-ACA6EA9DFFCA}"/>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a16:creationId xmlns:a16="http://schemas.microsoft.com/office/drawing/2014/main" id="{7CB1FEA7-7590-4AD0-A0B1-4809206902FD}"/>
              </a:ext>
            </a:extLst>
          </p:cNvPr>
          <p:cNvSpPr>
            <a:spLocks noGrp="1"/>
          </p:cNvSpPr>
          <p:nvPr>
            <p:ph type="ftr" sz="quarter" idx="11"/>
          </p:nvPr>
        </p:nvSpPr>
        <p:spPr/>
        <p:txBody>
          <a:bodyPr/>
          <a:lstStyle/>
          <a:p>
            <a:r>
              <a:rPr lang="en-US"/>
              <a:t>Department of Energy</a:t>
            </a:r>
            <a:endParaRPr lang="it-IT" dirty="0"/>
          </a:p>
        </p:txBody>
      </p:sp>
      <p:sp>
        <p:nvSpPr>
          <p:cNvPr id="5" name="Segnaposto numero diapositiva 4">
            <a:extLst>
              <a:ext uri="{FF2B5EF4-FFF2-40B4-BE49-F238E27FC236}">
                <a16:creationId xmlns:a16="http://schemas.microsoft.com/office/drawing/2014/main" id="{F95199BD-4F67-4AA1-A795-95C0BF541294}"/>
              </a:ext>
            </a:extLst>
          </p:cNvPr>
          <p:cNvSpPr>
            <a:spLocks noGrp="1"/>
          </p:cNvSpPr>
          <p:nvPr>
            <p:ph type="sldNum" sz="quarter" idx="12"/>
          </p:nvPr>
        </p:nvSpPr>
        <p:spPr/>
        <p:txBody>
          <a:bodyPr/>
          <a:lstStyle/>
          <a:p>
            <a:fld id="{3135EEA2-8D42-4D46-95A6-66E65FDC5EB1}" type="slidenum">
              <a:rPr lang="it-IT" smtClean="0"/>
              <a:pPr/>
              <a:t>‹#›</a:t>
            </a:fld>
            <a:endParaRPr lang="it-IT"/>
          </a:p>
        </p:txBody>
      </p:sp>
      <p:sp>
        <p:nvSpPr>
          <p:cNvPr id="8" name="Segnaposto testo 7">
            <a:extLst>
              <a:ext uri="{FF2B5EF4-FFF2-40B4-BE49-F238E27FC236}">
                <a16:creationId xmlns:a16="http://schemas.microsoft.com/office/drawing/2014/main" id="{67325048-9832-400A-BAC7-02B5977E3E3F}"/>
              </a:ext>
            </a:extLst>
          </p:cNvPr>
          <p:cNvSpPr>
            <a:spLocks noGrp="1"/>
          </p:cNvSpPr>
          <p:nvPr>
            <p:ph type="body" sz="quarter" idx="13"/>
          </p:nvPr>
        </p:nvSpPr>
        <p:spPr>
          <a:xfrm>
            <a:off x="334963" y="2060575"/>
            <a:ext cx="2163762" cy="4429125"/>
          </a:xfrm>
        </p:spPr>
        <p:txBody>
          <a:bodyPr>
            <a:noAutofit/>
          </a:bodyPr>
          <a:lstStyle>
            <a:lvl1pPr>
              <a:defRPr sz="1600"/>
            </a:lvl1pPr>
            <a:lvl2pPr>
              <a:defRPr sz="1400"/>
            </a:lvl2pPr>
            <a:lvl3pPr>
              <a:defRPr sz="1400"/>
            </a:lvl3pPr>
            <a:lvl4pPr>
              <a:defRPr sz="1400"/>
            </a:lvl4pPr>
            <a:lvl5pPr>
              <a:defRPr sz="1400"/>
            </a:lvl5pPr>
          </a:lstStyle>
          <a:p>
            <a:pPr lvl="0"/>
            <a:endParaRPr lang="it-IT" dirty="0"/>
          </a:p>
        </p:txBody>
      </p:sp>
      <p:sp>
        <p:nvSpPr>
          <p:cNvPr id="9" name="Segnaposto contenuto 8">
            <a:extLst>
              <a:ext uri="{FF2B5EF4-FFF2-40B4-BE49-F238E27FC236}">
                <a16:creationId xmlns:a16="http://schemas.microsoft.com/office/drawing/2014/main" id="{9B8341C8-2CFC-44BF-90C6-72E69DB88898}"/>
              </a:ext>
            </a:extLst>
          </p:cNvPr>
          <p:cNvSpPr>
            <a:spLocks noGrp="1"/>
          </p:cNvSpPr>
          <p:nvPr>
            <p:ph sz="quarter" idx="15"/>
          </p:nvPr>
        </p:nvSpPr>
        <p:spPr>
          <a:xfrm>
            <a:off x="3216275" y="2060575"/>
            <a:ext cx="8640762" cy="3997325"/>
          </a:xfrm>
          <a:noFill/>
        </p:spPr>
        <p:txBody>
          <a:bodyPr>
            <a:normAutofit/>
          </a:bodyPr>
          <a:lstStyle>
            <a:lvl1pPr>
              <a:defRPr sz="1400"/>
            </a:lvl1pPr>
            <a:lvl2pPr>
              <a:defRPr sz="1400"/>
            </a:lvl2pPr>
            <a:lvl3pPr>
              <a:defRPr sz="1400"/>
            </a:lvl3pPr>
            <a:lvl4pPr>
              <a:defRPr sz="1400"/>
            </a:lvl4pPr>
            <a:lvl5pPr>
              <a:defRPr sz="1400"/>
            </a:lvl5pPr>
          </a:lstStyle>
          <a:p>
            <a:pPr lvl="0"/>
            <a:endParaRPr lang="it-IT" dirty="0"/>
          </a:p>
        </p:txBody>
      </p:sp>
      <p:sp>
        <p:nvSpPr>
          <p:cNvPr id="12" name="Segnaposto testo 11">
            <a:extLst>
              <a:ext uri="{FF2B5EF4-FFF2-40B4-BE49-F238E27FC236}">
                <a16:creationId xmlns:a16="http://schemas.microsoft.com/office/drawing/2014/main" id="{1B32F2C4-840A-465D-B8D3-9DE2BF3FC6AF}"/>
              </a:ext>
            </a:extLst>
          </p:cNvPr>
          <p:cNvSpPr>
            <a:spLocks noGrp="1"/>
          </p:cNvSpPr>
          <p:nvPr>
            <p:ph type="body" sz="quarter" idx="16"/>
          </p:nvPr>
        </p:nvSpPr>
        <p:spPr>
          <a:xfrm>
            <a:off x="3216275" y="6207125"/>
            <a:ext cx="5232400" cy="282575"/>
          </a:xfrm>
        </p:spPr>
        <p:txBody>
          <a:bodyPr anchor="b">
            <a:normAutofit/>
          </a:bodyPr>
          <a:lstStyle>
            <a:lvl1pPr>
              <a:defRPr sz="900"/>
            </a:lvl1pPr>
          </a:lstStyle>
          <a:p>
            <a:pPr lvl="0"/>
            <a:endParaRPr lang="it-IT" dirty="0"/>
          </a:p>
        </p:txBody>
      </p:sp>
    </p:spTree>
    <p:extLst>
      <p:ext uri="{BB962C8B-B14F-4D97-AF65-F5344CB8AC3E}">
        <p14:creationId xmlns:p14="http://schemas.microsoft.com/office/powerpoint/2010/main" val="18835770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agina sfondo colore _ oggetto">
    <p:bg>
      <p:bgPr>
        <a:solidFill>
          <a:srgbClr val="F3F3F3"/>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8F4CC49-BF64-4501-AD26-31299F38CC56}"/>
              </a:ext>
            </a:extLst>
          </p:cNvPr>
          <p:cNvSpPr>
            <a:spLocks noGrp="1"/>
          </p:cNvSpPr>
          <p:nvPr>
            <p:ph type="title"/>
          </p:nvPr>
        </p:nvSpPr>
        <p:spPr>
          <a:xfrm>
            <a:off x="334963" y="812652"/>
            <a:ext cx="11522075" cy="840083"/>
          </a:xfrm>
          <a:prstGeom prst="rect">
            <a:avLst/>
          </a:prstGeom>
        </p:spPr>
        <p:txBody>
          <a:bodyPr/>
          <a:lstStyle/>
          <a:p>
            <a:endParaRPr lang="it-IT" dirty="0"/>
          </a:p>
        </p:txBody>
      </p:sp>
      <p:sp>
        <p:nvSpPr>
          <p:cNvPr id="3" name="Segnaposto contenuto 2">
            <a:extLst>
              <a:ext uri="{FF2B5EF4-FFF2-40B4-BE49-F238E27FC236}">
                <a16:creationId xmlns:a16="http://schemas.microsoft.com/office/drawing/2014/main" id="{035458E8-0508-42CF-A7E2-ABE84A714D6B}"/>
              </a:ext>
            </a:extLst>
          </p:cNvPr>
          <p:cNvSpPr>
            <a:spLocks noGrp="1"/>
          </p:cNvSpPr>
          <p:nvPr>
            <p:ph idx="1" hasCustomPrompt="1"/>
          </p:nvPr>
        </p:nvSpPr>
        <p:spPr>
          <a:xfrm>
            <a:off x="334963" y="2060576"/>
            <a:ext cx="11522075" cy="4146550"/>
          </a:xfrm>
          <a:noFill/>
        </p:spPr>
        <p:txBody>
          <a:bodyPr/>
          <a:lstStyle>
            <a:lvl1pPr>
              <a:defRPr/>
            </a:lvl1pPr>
          </a:lstStyle>
          <a:p>
            <a:pPr lvl="0"/>
            <a:r>
              <a:rPr lang="it-IT" dirty="0"/>
              <a:t>Inserire testo / oggetto</a:t>
            </a:r>
          </a:p>
        </p:txBody>
      </p:sp>
      <p:sp>
        <p:nvSpPr>
          <p:cNvPr id="4" name="Segnaposto data 3">
            <a:extLst>
              <a:ext uri="{FF2B5EF4-FFF2-40B4-BE49-F238E27FC236}">
                <a16:creationId xmlns:a16="http://schemas.microsoft.com/office/drawing/2014/main" id="{496A4B48-3E59-4C49-8298-F9F8442DAB3F}"/>
              </a:ext>
            </a:extLst>
          </p:cNvPr>
          <p:cNvSpPr>
            <a:spLocks noGrp="1"/>
          </p:cNvSpPr>
          <p:nvPr>
            <p:ph type="dt" sz="half" idx="10"/>
          </p:nvPr>
        </p:nvSpPr>
        <p:spPr/>
        <p:txBody>
          <a:bodyPr/>
          <a:lstStyle/>
          <a:p>
            <a:r>
              <a:rPr lang="it-IT"/>
              <a:t>POLITECNICO DI MILANO</a:t>
            </a:r>
          </a:p>
        </p:txBody>
      </p:sp>
      <p:sp>
        <p:nvSpPr>
          <p:cNvPr id="5" name="Segnaposto piè di pagina 4">
            <a:extLst>
              <a:ext uri="{FF2B5EF4-FFF2-40B4-BE49-F238E27FC236}">
                <a16:creationId xmlns:a16="http://schemas.microsoft.com/office/drawing/2014/main" id="{174028AC-2CCC-4D8D-959A-F6ABF13956E8}"/>
              </a:ext>
            </a:extLst>
          </p:cNvPr>
          <p:cNvSpPr>
            <a:spLocks noGrp="1"/>
          </p:cNvSpPr>
          <p:nvPr>
            <p:ph type="ftr" sz="quarter" idx="11"/>
          </p:nvPr>
        </p:nvSpPr>
        <p:spPr/>
        <p:txBody>
          <a:bodyPr/>
          <a:lstStyle/>
          <a:p>
            <a:r>
              <a:rPr lang="en-US"/>
              <a:t>Department of Energy</a:t>
            </a:r>
            <a:endParaRPr lang="it-IT"/>
          </a:p>
        </p:txBody>
      </p:sp>
      <p:sp>
        <p:nvSpPr>
          <p:cNvPr id="6" name="Segnaposto numero diapositiva 5">
            <a:extLst>
              <a:ext uri="{FF2B5EF4-FFF2-40B4-BE49-F238E27FC236}">
                <a16:creationId xmlns:a16="http://schemas.microsoft.com/office/drawing/2014/main" id="{BB0D810A-BB19-46E5-95EF-8E0D57F0BA8A}"/>
              </a:ext>
            </a:extLst>
          </p:cNvPr>
          <p:cNvSpPr>
            <a:spLocks noGrp="1"/>
          </p:cNvSpPr>
          <p:nvPr>
            <p:ph type="sldNum" sz="quarter" idx="12"/>
          </p:nvPr>
        </p:nvSpPr>
        <p:spPr/>
        <p:txBody>
          <a:bodyPr/>
          <a:lstStyle/>
          <a:p>
            <a:fld id="{3135EEA2-8D42-4D46-95A6-66E65FDC5EB1}" type="slidenum">
              <a:rPr lang="it-IT" smtClean="0"/>
              <a:t>‹#›</a:t>
            </a:fld>
            <a:endParaRPr lang="it-IT"/>
          </a:p>
        </p:txBody>
      </p:sp>
      <p:sp>
        <p:nvSpPr>
          <p:cNvPr id="7" name="Segnaposto testo 11">
            <a:extLst>
              <a:ext uri="{FF2B5EF4-FFF2-40B4-BE49-F238E27FC236}">
                <a16:creationId xmlns:a16="http://schemas.microsoft.com/office/drawing/2014/main" id="{8E2D0317-6708-4FD8-83CC-23BC5CFD3BE1}"/>
              </a:ext>
            </a:extLst>
          </p:cNvPr>
          <p:cNvSpPr>
            <a:spLocks noGrp="1"/>
          </p:cNvSpPr>
          <p:nvPr>
            <p:ph type="body" sz="quarter" idx="16"/>
          </p:nvPr>
        </p:nvSpPr>
        <p:spPr>
          <a:xfrm>
            <a:off x="334962" y="6207125"/>
            <a:ext cx="5232400" cy="282575"/>
          </a:xfrm>
        </p:spPr>
        <p:txBody>
          <a:bodyPr anchor="b">
            <a:normAutofit/>
          </a:bodyPr>
          <a:lstStyle>
            <a:lvl1pPr>
              <a:defRPr sz="900"/>
            </a:lvl1pPr>
          </a:lstStyle>
          <a:p>
            <a:pPr lvl="0"/>
            <a:endParaRPr lang="it-IT" dirty="0"/>
          </a:p>
        </p:txBody>
      </p:sp>
    </p:spTree>
    <p:extLst>
      <p:ext uri="{BB962C8B-B14F-4D97-AF65-F5344CB8AC3E}">
        <p14:creationId xmlns:p14="http://schemas.microsoft.com/office/powerpoint/2010/main" val="1636660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agina immagine _ A">
    <p:spTree>
      <p:nvGrpSpPr>
        <p:cNvPr id="1" name=""/>
        <p:cNvGrpSpPr/>
        <p:nvPr/>
      </p:nvGrpSpPr>
      <p:grpSpPr>
        <a:xfrm>
          <a:off x="0" y="0"/>
          <a:ext cx="0" cy="0"/>
          <a:chOff x="0" y="0"/>
          <a:chExt cx="0" cy="0"/>
        </a:xfrm>
      </p:grpSpPr>
      <p:sp>
        <p:nvSpPr>
          <p:cNvPr id="8" name="Segnaposto immagine 7">
            <a:extLst>
              <a:ext uri="{FF2B5EF4-FFF2-40B4-BE49-F238E27FC236}">
                <a16:creationId xmlns:a16="http://schemas.microsoft.com/office/drawing/2014/main" id="{858C886A-46B2-4CBC-A989-B9F302647C17}"/>
              </a:ext>
            </a:extLst>
          </p:cNvPr>
          <p:cNvSpPr>
            <a:spLocks noGrp="1"/>
          </p:cNvSpPr>
          <p:nvPr>
            <p:ph type="pic" sz="quarter" idx="13"/>
          </p:nvPr>
        </p:nvSpPr>
        <p:spPr>
          <a:xfrm>
            <a:off x="5720316" y="812652"/>
            <a:ext cx="6471684" cy="5677048"/>
          </a:xfrm>
          <a:noFill/>
        </p:spPr>
        <p:txBody>
          <a:bodyPr/>
          <a:lstStyle/>
          <a:p>
            <a:endParaRPr lang="it-IT"/>
          </a:p>
        </p:txBody>
      </p:sp>
      <p:sp>
        <p:nvSpPr>
          <p:cNvPr id="2" name="Titolo 1">
            <a:extLst>
              <a:ext uri="{FF2B5EF4-FFF2-40B4-BE49-F238E27FC236}">
                <a16:creationId xmlns:a16="http://schemas.microsoft.com/office/drawing/2014/main" id="{88F4CC49-BF64-4501-AD26-31299F38CC56}"/>
              </a:ext>
            </a:extLst>
          </p:cNvPr>
          <p:cNvSpPr>
            <a:spLocks noGrp="1"/>
          </p:cNvSpPr>
          <p:nvPr>
            <p:ph type="title"/>
          </p:nvPr>
        </p:nvSpPr>
        <p:spPr>
          <a:xfrm>
            <a:off x="334963" y="812652"/>
            <a:ext cx="5034479" cy="840083"/>
          </a:xfrm>
          <a:prstGeom prst="rect">
            <a:avLst/>
          </a:prstGeom>
        </p:spPr>
        <p:txBody>
          <a:bodyPr/>
          <a:lstStyle/>
          <a:p>
            <a:r>
              <a:rPr lang="it-IT" dirty="0"/>
              <a:t>Fare clic per modificare lo stile del titolo dello schema</a:t>
            </a:r>
          </a:p>
        </p:txBody>
      </p:sp>
      <p:sp>
        <p:nvSpPr>
          <p:cNvPr id="4" name="Segnaposto data 3">
            <a:extLst>
              <a:ext uri="{FF2B5EF4-FFF2-40B4-BE49-F238E27FC236}">
                <a16:creationId xmlns:a16="http://schemas.microsoft.com/office/drawing/2014/main" id="{496A4B48-3E59-4C49-8298-F9F8442DAB3F}"/>
              </a:ext>
            </a:extLst>
          </p:cNvPr>
          <p:cNvSpPr>
            <a:spLocks noGrp="1"/>
          </p:cNvSpPr>
          <p:nvPr>
            <p:ph type="dt" sz="half" idx="10"/>
          </p:nvPr>
        </p:nvSpPr>
        <p:spPr/>
        <p:txBody>
          <a:bodyPr/>
          <a:lstStyle/>
          <a:p>
            <a:r>
              <a:rPr lang="it-IT"/>
              <a:t>POLITECNICO DI MILANO</a:t>
            </a:r>
          </a:p>
        </p:txBody>
      </p:sp>
      <p:sp>
        <p:nvSpPr>
          <p:cNvPr id="5" name="Segnaposto piè di pagina 4">
            <a:extLst>
              <a:ext uri="{FF2B5EF4-FFF2-40B4-BE49-F238E27FC236}">
                <a16:creationId xmlns:a16="http://schemas.microsoft.com/office/drawing/2014/main" id="{174028AC-2CCC-4D8D-959A-F6ABF13956E8}"/>
              </a:ext>
            </a:extLst>
          </p:cNvPr>
          <p:cNvSpPr>
            <a:spLocks noGrp="1"/>
          </p:cNvSpPr>
          <p:nvPr>
            <p:ph type="ftr" sz="quarter" idx="11"/>
          </p:nvPr>
        </p:nvSpPr>
        <p:spPr/>
        <p:txBody>
          <a:bodyPr/>
          <a:lstStyle/>
          <a:p>
            <a:r>
              <a:rPr lang="en-US"/>
              <a:t>Department of Energy</a:t>
            </a:r>
            <a:endParaRPr lang="it-IT"/>
          </a:p>
        </p:txBody>
      </p:sp>
      <p:sp>
        <p:nvSpPr>
          <p:cNvPr id="6" name="Segnaposto numero diapositiva 5">
            <a:extLst>
              <a:ext uri="{FF2B5EF4-FFF2-40B4-BE49-F238E27FC236}">
                <a16:creationId xmlns:a16="http://schemas.microsoft.com/office/drawing/2014/main" id="{BB0D810A-BB19-46E5-95EF-8E0D57F0BA8A}"/>
              </a:ext>
            </a:extLst>
          </p:cNvPr>
          <p:cNvSpPr>
            <a:spLocks noGrp="1"/>
          </p:cNvSpPr>
          <p:nvPr>
            <p:ph type="sldNum" sz="quarter" idx="12"/>
          </p:nvPr>
        </p:nvSpPr>
        <p:spPr/>
        <p:txBody>
          <a:bodyPr/>
          <a:lstStyle/>
          <a:p>
            <a:fld id="{3135EEA2-8D42-4D46-95A6-66E65FDC5EB1}" type="slidenum">
              <a:rPr lang="it-IT" smtClean="0"/>
              <a:t>‹#›</a:t>
            </a:fld>
            <a:endParaRPr lang="it-IT"/>
          </a:p>
        </p:txBody>
      </p:sp>
      <p:sp>
        <p:nvSpPr>
          <p:cNvPr id="12" name="Segnaposto testo 11">
            <a:extLst>
              <a:ext uri="{FF2B5EF4-FFF2-40B4-BE49-F238E27FC236}">
                <a16:creationId xmlns:a16="http://schemas.microsoft.com/office/drawing/2014/main" id="{13E84B02-C61F-4F06-B7D2-53B386310863}"/>
              </a:ext>
            </a:extLst>
          </p:cNvPr>
          <p:cNvSpPr>
            <a:spLocks noGrp="1"/>
          </p:cNvSpPr>
          <p:nvPr>
            <p:ph type="body" sz="quarter" idx="14"/>
          </p:nvPr>
        </p:nvSpPr>
        <p:spPr>
          <a:xfrm>
            <a:off x="334963" y="2060575"/>
            <a:ext cx="5106987" cy="4429125"/>
          </a:xfrm>
        </p:spPr>
        <p:txBody>
          <a:bodyPr/>
          <a:lstStyle/>
          <a:p>
            <a:pPr lvl="0"/>
            <a:endParaRPr lang="it-IT" dirty="0"/>
          </a:p>
        </p:txBody>
      </p:sp>
    </p:spTree>
    <p:extLst>
      <p:ext uri="{BB962C8B-B14F-4D97-AF65-F5344CB8AC3E}">
        <p14:creationId xmlns:p14="http://schemas.microsoft.com/office/powerpoint/2010/main" val="14022925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agina immagine _ B">
    <p:spTree>
      <p:nvGrpSpPr>
        <p:cNvPr id="1" name=""/>
        <p:cNvGrpSpPr/>
        <p:nvPr/>
      </p:nvGrpSpPr>
      <p:grpSpPr>
        <a:xfrm>
          <a:off x="0" y="0"/>
          <a:ext cx="0" cy="0"/>
          <a:chOff x="0" y="0"/>
          <a:chExt cx="0" cy="0"/>
        </a:xfrm>
      </p:grpSpPr>
      <p:sp>
        <p:nvSpPr>
          <p:cNvPr id="9" name="Rettangolo 8">
            <a:extLst>
              <a:ext uri="{FF2B5EF4-FFF2-40B4-BE49-F238E27FC236}">
                <a16:creationId xmlns:a16="http://schemas.microsoft.com/office/drawing/2014/main" id="{BF578AB8-DC96-4BF4-9F97-D7DA508CF3E9}"/>
              </a:ext>
            </a:extLst>
          </p:cNvPr>
          <p:cNvSpPr/>
          <p:nvPr userDrawn="1"/>
        </p:nvSpPr>
        <p:spPr>
          <a:xfrm>
            <a:off x="0" y="0"/>
            <a:ext cx="2855913" cy="6858000"/>
          </a:xfrm>
          <a:prstGeom prst="rect">
            <a:avLst/>
          </a:prstGeom>
          <a:solidFill>
            <a:srgbClr val="F3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Segnaposto immagine 7">
            <a:extLst>
              <a:ext uri="{FF2B5EF4-FFF2-40B4-BE49-F238E27FC236}">
                <a16:creationId xmlns:a16="http://schemas.microsoft.com/office/drawing/2014/main" id="{858C886A-46B2-4CBC-A989-B9F302647C17}"/>
              </a:ext>
            </a:extLst>
          </p:cNvPr>
          <p:cNvSpPr>
            <a:spLocks noGrp="1"/>
          </p:cNvSpPr>
          <p:nvPr>
            <p:ph type="pic" sz="quarter" idx="13"/>
          </p:nvPr>
        </p:nvSpPr>
        <p:spPr>
          <a:xfrm>
            <a:off x="886120" y="812652"/>
            <a:ext cx="4355183" cy="5677048"/>
          </a:xfrm>
          <a:noFill/>
        </p:spPr>
        <p:txBody>
          <a:bodyPr/>
          <a:lstStyle/>
          <a:p>
            <a:endParaRPr lang="it-IT"/>
          </a:p>
        </p:txBody>
      </p:sp>
      <p:sp>
        <p:nvSpPr>
          <p:cNvPr id="2" name="Titolo 1">
            <a:extLst>
              <a:ext uri="{FF2B5EF4-FFF2-40B4-BE49-F238E27FC236}">
                <a16:creationId xmlns:a16="http://schemas.microsoft.com/office/drawing/2014/main" id="{88F4CC49-BF64-4501-AD26-31299F38CC56}"/>
              </a:ext>
            </a:extLst>
          </p:cNvPr>
          <p:cNvSpPr>
            <a:spLocks noGrp="1"/>
          </p:cNvSpPr>
          <p:nvPr>
            <p:ph type="title"/>
          </p:nvPr>
        </p:nvSpPr>
        <p:spPr>
          <a:xfrm>
            <a:off x="5835192" y="812652"/>
            <a:ext cx="6021846" cy="840083"/>
          </a:xfrm>
          <a:prstGeom prst="rect">
            <a:avLst/>
          </a:prstGeom>
        </p:spPr>
        <p:txBody>
          <a:bodyPr/>
          <a:lstStyle/>
          <a:p>
            <a:r>
              <a:rPr lang="it-IT" dirty="0"/>
              <a:t>Fare clic per modificare lo stile del titolo dello schema</a:t>
            </a:r>
          </a:p>
        </p:txBody>
      </p:sp>
      <p:sp>
        <p:nvSpPr>
          <p:cNvPr id="4" name="Segnaposto data 3">
            <a:extLst>
              <a:ext uri="{FF2B5EF4-FFF2-40B4-BE49-F238E27FC236}">
                <a16:creationId xmlns:a16="http://schemas.microsoft.com/office/drawing/2014/main" id="{496A4B48-3E59-4C49-8298-F9F8442DAB3F}"/>
              </a:ext>
            </a:extLst>
          </p:cNvPr>
          <p:cNvSpPr>
            <a:spLocks noGrp="1"/>
          </p:cNvSpPr>
          <p:nvPr>
            <p:ph type="dt" sz="half" idx="10"/>
          </p:nvPr>
        </p:nvSpPr>
        <p:spPr/>
        <p:txBody>
          <a:bodyPr/>
          <a:lstStyle/>
          <a:p>
            <a:r>
              <a:rPr lang="it-IT"/>
              <a:t>POLITECNICO DI MILANO</a:t>
            </a:r>
          </a:p>
        </p:txBody>
      </p:sp>
      <p:sp>
        <p:nvSpPr>
          <p:cNvPr id="5" name="Segnaposto piè di pagina 4">
            <a:extLst>
              <a:ext uri="{FF2B5EF4-FFF2-40B4-BE49-F238E27FC236}">
                <a16:creationId xmlns:a16="http://schemas.microsoft.com/office/drawing/2014/main" id="{174028AC-2CCC-4D8D-959A-F6ABF13956E8}"/>
              </a:ext>
            </a:extLst>
          </p:cNvPr>
          <p:cNvSpPr>
            <a:spLocks noGrp="1"/>
          </p:cNvSpPr>
          <p:nvPr>
            <p:ph type="ftr" sz="quarter" idx="11"/>
          </p:nvPr>
        </p:nvSpPr>
        <p:spPr/>
        <p:txBody>
          <a:bodyPr/>
          <a:lstStyle/>
          <a:p>
            <a:r>
              <a:rPr lang="en-US"/>
              <a:t>Department of Energy</a:t>
            </a:r>
            <a:endParaRPr lang="it-IT"/>
          </a:p>
        </p:txBody>
      </p:sp>
      <p:sp>
        <p:nvSpPr>
          <p:cNvPr id="6" name="Segnaposto numero diapositiva 5">
            <a:extLst>
              <a:ext uri="{FF2B5EF4-FFF2-40B4-BE49-F238E27FC236}">
                <a16:creationId xmlns:a16="http://schemas.microsoft.com/office/drawing/2014/main" id="{BB0D810A-BB19-46E5-95EF-8E0D57F0BA8A}"/>
              </a:ext>
            </a:extLst>
          </p:cNvPr>
          <p:cNvSpPr>
            <a:spLocks noGrp="1"/>
          </p:cNvSpPr>
          <p:nvPr>
            <p:ph type="sldNum" sz="quarter" idx="12"/>
          </p:nvPr>
        </p:nvSpPr>
        <p:spPr/>
        <p:txBody>
          <a:bodyPr/>
          <a:lstStyle/>
          <a:p>
            <a:fld id="{3135EEA2-8D42-4D46-95A6-66E65FDC5EB1}" type="slidenum">
              <a:rPr lang="it-IT" smtClean="0"/>
              <a:t>‹#›</a:t>
            </a:fld>
            <a:endParaRPr lang="it-IT"/>
          </a:p>
        </p:txBody>
      </p:sp>
      <p:sp>
        <p:nvSpPr>
          <p:cNvPr id="10" name="Segnaposto testo 9">
            <a:extLst>
              <a:ext uri="{FF2B5EF4-FFF2-40B4-BE49-F238E27FC236}">
                <a16:creationId xmlns:a16="http://schemas.microsoft.com/office/drawing/2014/main" id="{4BEA68D2-13D7-4E83-8B67-3B7D4B3EBFD8}"/>
              </a:ext>
            </a:extLst>
          </p:cNvPr>
          <p:cNvSpPr>
            <a:spLocks noGrp="1"/>
          </p:cNvSpPr>
          <p:nvPr>
            <p:ph type="body" sz="quarter" idx="14"/>
          </p:nvPr>
        </p:nvSpPr>
        <p:spPr>
          <a:xfrm>
            <a:off x="5835192" y="2060575"/>
            <a:ext cx="6021846" cy="4429125"/>
          </a:xfrm>
        </p:spPr>
        <p:txBody>
          <a:bodyPr>
            <a:noAutofit/>
          </a:bodyPr>
          <a:lstStyle>
            <a:lvl1pPr>
              <a:defRPr sz="1600"/>
            </a:lvl1pPr>
            <a:lvl2pPr>
              <a:defRPr sz="1600"/>
            </a:lvl2pPr>
            <a:lvl3pPr>
              <a:defRPr sz="1600"/>
            </a:lvl3pPr>
            <a:lvl4pPr>
              <a:defRPr sz="1600"/>
            </a:lvl4pPr>
            <a:lvl5pPr>
              <a:defRPr sz="1600"/>
            </a:lvl5p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Tree>
    <p:extLst>
      <p:ext uri="{BB962C8B-B14F-4D97-AF65-F5344CB8AC3E}">
        <p14:creationId xmlns:p14="http://schemas.microsoft.com/office/powerpoint/2010/main" val="15185152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agina didascalia _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8F4CC49-BF64-4501-AD26-31299F38CC56}"/>
              </a:ext>
            </a:extLst>
          </p:cNvPr>
          <p:cNvSpPr>
            <a:spLocks noGrp="1"/>
          </p:cNvSpPr>
          <p:nvPr>
            <p:ph type="title"/>
          </p:nvPr>
        </p:nvSpPr>
        <p:spPr>
          <a:xfrm>
            <a:off x="334963" y="812652"/>
            <a:ext cx="6696458" cy="840083"/>
          </a:xfrm>
          <a:prstGeom prst="rect">
            <a:avLst/>
          </a:prstGeom>
        </p:spPr>
        <p:txBody>
          <a:bodyPr/>
          <a:lstStyle/>
          <a:p>
            <a:r>
              <a:rPr lang="it-IT" dirty="0"/>
              <a:t>Fare clic per modificare lo stile del titolo dello schema</a:t>
            </a:r>
          </a:p>
        </p:txBody>
      </p:sp>
      <p:sp>
        <p:nvSpPr>
          <p:cNvPr id="4" name="Segnaposto data 3">
            <a:extLst>
              <a:ext uri="{FF2B5EF4-FFF2-40B4-BE49-F238E27FC236}">
                <a16:creationId xmlns:a16="http://schemas.microsoft.com/office/drawing/2014/main" id="{496A4B48-3E59-4C49-8298-F9F8442DAB3F}"/>
              </a:ext>
            </a:extLst>
          </p:cNvPr>
          <p:cNvSpPr>
            <a:spLocks noGrp="1"/>
          </p:cNvSpPr>
          <p:nvPr>
            <p:ph type="dt" sz="half" idx="10"/>
          </p:nvPr>
        </p:nvSpPr>
        <p:spPr/>
        <p:txBody>
          <a:bodyPr/>
          <a:lstStyle/>
          <a:p>
            <a:r>
              <a:rPr lang="it-IT"/>
              <a:t>POLITECNICO DI MILANO</a:t>
            </a:r>
          </a:p>
        </p:txBody>
      </p:sp>
      <p:sp>
        <p:nvSpPr>
          <p:cNvPr id="5" name="Segnaposto piè di pagina 4">
            <a:extLst>
              <a:ext uri="{FF2B5EF4-FFF2-40B4-BE49-F238E27FC236}">
                <a16:creationId xmlns:a16="http://schemas.microsoft.com/office/drawing/2014/main" id="{174028AC-2CCC-4D8D-959A-F6ABF13956E8}"/>
              </a:ext>
            </a:extLst>
          </p:cNvPr>
          <p:cNvSpPr>
            <a:spLocks noGrp="1"/>
          </p:cNvSpPr>
          <p:nvPr>
            <p:ph type="ftr" sz="quarter" idx="11"/>
          </p:nvPr>
        </p:nvSpPr>
        <p:spPr/>
        <p:txBody>
          <a:bodyPr/>
          <a:lstStyle/>
          <a:p>
            <a:r>
              <a:rPr lang="en-US"/>
              <a:t>Department of Energy</a:t>
            </a:r>
            <a:endParaRPr lang="it-IT"/>
          </a:p>
        </p:txBody>
      </p:sp>
      <p:sp>
        <p:nvSpPr>
          <p:cNvPr id="6" name="Segnaposto numero diapositiva 5">
            <a:extLst>
              <a:ext uri="{FF2B5EF4-FFF2-40B4-BE49-F238E27FC236}">
                <a16:creationId xmlns:a16="http://schemas.microsoft.com/office/drawing/2014/main" id="{BB0D810A-BB19-46E5-95EF-8E0D57F0BA8A}"/>
              </a:ext>
            </a:extLst>
          </p:cNvPr>
          <p:cNvSpPr>
            <a:spLocks noGrp="1"/>
          </p:cNvSpPr>
          <p:nvPr>
            <p:ph type="sldNum" sz="quarter" idx="12"/>
          </p:nvPr>
        </p:nvSpPr>
        <p:spPr/>
        <p:txBody>
          <a:bodyPr/>
          <a:lstStyle/>
          <a:p>
            <a:fld id="{3135EEA2-8D42-4D46-95A6-66E65FDC5EB1}" type="slidenum">
              <a:rPr lang="it-IT" smtClean="0"/>
              <a:t>‹#›</a:t>
            </a:fld>
            <a:endParaRPr lang="it-IT"/>
          </a:p>
        </p:txBody>
      </p:sp>
      <p:sp>
        <p:nvSpPr>
          <p:cNvPr id="12" name="Segnaposto testo 11">
            <a:extLst>
              <a:ext uri="{FF2B5EF4-FFF2-40B4-BE49-F238E27FC236}">
                <a16:creationId xmlns:a16="http://schemas.microsoft.com/office/drawing/2014/main" id="{13E84B02-C61F-4F06-B7D2-53B386310863}"/>
              </a:ext>
            </a:extLst>
          </p:cNvPr>
          <p:cNvSpPr>
            <a:spLocks noGrp="1"/>
          </p:cNvSpPr>
          <p:nvPr>
            <p:ph type="body" sz="quarter" idx="14"/>
          </p:nvPr>
        </p:nvSpPr>
        <p:spPr>
          <a:xfrm>
            <a:off x="334963" y="2060575"/>
            <a:ext cx="6696458" cy="4429125"/>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9" name="Segnaposto testo 11">
            <a:extLst>
              <a:ext uri="{FF2B5EF4-FFF2-40B4-BE49-F238E27FC236}">
                <a16:creationId xmlns:a16="http://schemas.microsoft.com/office/drawing/2014/main" id="{44C15745-FE91-4F85-912A-DE21BA99A8BB}"/>
              </a:ext>
            </a:extLst>
          </p:cNvPr>
          <p:cNvSpPr>
            <a:spLocks noGrp="1"/>
          </p:cNvSpPr>
          <p:nvPr>
            <p:ph type="body" sz="quarter" idx="16"/>
          </p:nvPr>
        </p:nvSpPr>
        <p:spPr>
          <a:xfrm>
            <a:off x="7331074" y="6207125"/>
            <a:ext cx="4525963" cy="282575"/>
          </a:xfrm>
        </p:spPr>
        <p:txBody>
          <a:bodyPr anchor="b">
            <a:normAutofit/>
          </a:bodyPr>
          <a:lstStyle>
            <a:lvl1pPr>
              <a:defRPr sz="900"/>
            </a:lvl1pPr>
          </a:lstStyle>
          <a:p>
            <a:pPr lvl="0"/>
            <a:endParaRPr lang="it-IT" dirty="0"/>
          </a:p>
        </p:txBody>
      </p:sp>
      <p:sp>
        <p:nvSpPr>
          <p:cNvPr id="13" name="Segnaposto contenuto 10">
            <a:extLst>
              <a:ext uri="{FF2B5EF4-FFF2-40B4-BE49-F238E27FC236}">
                <a16:creationId xmlns:a16="http://schemas.microsoft.com/office/drawing/2014/main" id="{981C075B-AD13-4CF1-8E6F-EFDE96C167BD}"/>
              </a:ext>
            </a:extLst>
          </p:cNvPr>
          <p:cNvSpPr>
            <a:spLocks noGrp="1"/>
          </p:cNvSpPr>
          <p:nvPr>
            <p:ph sz="quarter" idx="17"/>
          </p:nvPr>
        </p:nvSpPr>
        <p:spPr>
          <a:xfrm>
            <a:off x="7331075" y="800100"/>
            <a:ext cx="4525963" cy="5407025"/>
          </a:xfrm>
          <a:noFill/>
        </p:spPr>
        <p:txBody>
          <a:bodyPr/>
          <a:lstStyle/>
          <a:p>
            <a:pPr lvl="0"/>
            <a:endParaRPr lang="it-IT" dirty="0"/>
          </a:p>
        </p:txBody>
      </p:sp>
    </p:spTree>
    <p:extLst>
      <p:ext uri="{BB962C8B-B14F-4D97-AF65-F5344CB8AC3E}">
        <p14:creationId xmlns:p14="http://schemas.microsoft.com/office/powerpoint/2010/main" val="21539323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agina didascalia _B">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8F4CC49-BF64-4501-AD26-31299F38CC56}"/>
              </a:ext>
            </a:extLst>
          </p:cNvPr>
          <p:cNvSpPr>
            <a:spLocks noGrp="1"/>
          </p:cNvSpPr>
          <p:nvPr>
            <p:ph type="title"/>
          </p:nvPr>
        </p:nvSpPr>
        <p:spPr>
          <a:xfrm>
            <a:off x="334963" y="812652"/>
            <a:ext cx="6696458" cy="840083"/>
          </a:xfrm>
          <a:prstGeom prst="rect">
            <a:avLst/>
          </a:prstGeom>
        </p:spPr>
        <p:txBody>
          <a:bodyPr/>
          <a:lstStyle/>
          <a:p>
            <a:r>
              <a:rPr lang="it-IT" dirty="0"/>
              <a:t>Fare clic per modificare lo stile del titolo dello schema</a:t>
            </a:r>
          </a:p>
        </p:txBody>
      </p:sp>
      <p:sp>
        <p:nvSpPr>
          <p:cNvPr id="4" name="Segnaposto data 3">
            <a:extLst>
              <a:ext uri="{FF2B5EF4-FFF2-40B4-BE49-F238E27FC236}">
                <a16:creationId xmlns:a16="http://schemas.microsoft.com/office/drawing/2014/main" id="{496A4B48-3E59-4C49-8298-F9F8442DAB3F}"/>
              </a:ext>
            </a:extLst>
          </p:cNvPr>
          <p:cNvSpPr>
            <a:spLocks noGrp="1"/>
          </p:cNvSpPr>
          <p:nvPr>
            <p:ph type="dt" sz="half" idx="10"/>
          </p:nvPr>
        </p:nvSpPr>
        <p:spPr/>
        <p:txBody>
          <a:bodyPr/>
          <a:lstStyle/>
          <a:p>
            <a:r>
              <a:rPr lang="it-IT"/>
              <a:t>POLITECNICO DI MILANO</a:t>
            </a:r>
          </a:p>
        </p:txBody>
      </p:sp>
      <p:sp>
        <p:nvSpPr>
          <p:cNvPr id="5" name="Segnaposto piè di pagina 4">
            <a:extLst>
              <a:ext uri="{FF2B5EF4-FFF2-40B4-BE49-F238E27FC236}">
                <a16:creationId xmlns:a16="http://schemas.microsoft.com/office/drawing/2014/main" id="{174028AC-2CCC-4D8D-959A-F6ABF13956E8}"/>
              </a:ext>
            </a:extLst>
          </p:cNvPr>
          <p:cNvSpPr>
            <a:spLocks noGrp="1"/>
          </p:cNvSpPr>
          <p:nvPr>
            <p:ph type="ftr" sz="quarter" idx="11"/>
          </p:nvPr>
        </p:nvSpPr>
        <p:spPr/>
        <p:txBody>
          <a:bodyPr/>
          <a:lstStyle/>
          <a:p>
            <a:r>
              <a:rPr lang="en-US"/>
              <a:t>Department of Energy</a:t>
            </a:r>
            <a:endParaRPr lang="it-IT"/>
          </a:p>
        </p:txBody>
      </p:sp>
      <p:sp>
        <p:nvSpPr>
          <p:cNvPr id="6" name="Segnaposto numero diapositiva 5">
            <a:extLst>
              <a:ext uri="{FF2B5EF4-FFF2-40B4-BE49-F238E27FC236}">
                <a16:creationId xmlns:a16="http://schemas.microsoft.com/office/drawing/2014/main" id="{BB0D810A-BB19-46E5-95EF-8E0D57F0BA8A}"/>
              </a:ext>
            </a:extLst>
          </p:cNvPr>
          <p:cNvSpPr>
            <a:spLocks noGrp="1"/>
          </p:cNvSpPr>
          <p:nvPr>
            <p:ph type="sldNum" sz="quarter" idx="12"/>
          </p:nvPr>
        </p:nvSpPr>
        <p:spPr/>
        <p:txBody>
          <a:bodyPr/>
          <a:lstStyle/>
          <a:p>
            <a:fld id="{3135EEA2-8D42-4D46-95A6-66E65FDC5EB1}" type="slidenum">
              <a:rPr lang="it-IT" smtClean="0"/>
              <a:t>‹#›</a:t>
            </a:fld>
            <a:endParaRPr lang="it-IT"/>
          </a:p>
        </p:txBody>
      </p:sp>
      <p:sp>
        <p:nvSpPr>
          <p:cNvPr id="12" name="Segnaposto testo 11">
            <a:extLst>
              <a:ext uri="{FF2B5EF4-FFF2-40B4-BE49-F238E27FC236}">
                <a16:creationId xmlns:a16="http://schemas.microsoft.com/office/drawing/2014/main" id="{13E84B02-C61F-4F06-B7D2-53B386310863}"/>
              </a:ext>
            </a:extLst>
          </p:cNvPr>
          <p:cNvSpPr>
            <a:spLocks noGrp="1"/>
          </p:cNvSpPr>
          <p:nvPr>
            <p:ph type="body" sz="quarter" idx="14"/>
          </p:nvPr>
        </p:nvSpPr>
        <p:spPr>
          <a:xfrm>
            <a:off x="334962" y="2060575"/>
            <a:ext cx="6696457" cy="4429125"/>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9" name="Segnaposto testo 11">
            <a:extLst>
              <a:ext uri="{FF2B5EF4-FFF2-40B4-BE49-F238E27FC236}">
                <a16:creationId xmlns:a16="http://schemas.microsoft.com/office/drawing/2014/main" id="{44C15745-FE91-4F85-912A-DE21BA99A8BB}"/>
              </a:ext>
            </a:extLst>
          </p:cNvPr>
          <p:cNvSpPr>
            <a:spLocks noGrp="1"/>
          </p:cNvSpPr>
          <p:nvPr>
            <p:ph type="body" sz="quarter" idx="16"/>
          </p:nvPr>
        </p:nvSpPr>
        <p:spPr>
          <a:xfrm>
            <a:off x="7331074" y="6207125"/>
            <a:ext cx="4525963" cy="282575"/>
          </a:xfrm>
        </p:spPr>
        <p:txBody>
          <a:bodyPr anchor="b">
            <a:normAutofit/>
          </a:bodyPr>
          <a:lstStyle>
            <a:lvl1pPr>
              <a:defRPr sz="900"/>
            </a:lvl1pPr>
          </a:lstStyle>
          <a:p>
            <a:pPr lvl="0"/>
            <a:endParaRPr lang="it-IT" dirty="0"/>
          </a:p>
        </p:txBody>
      </p:sp>
      <p:sp>
        <p:nvSpPr>
          <p:cNvPr id="14" name="Segnaposto testo 11">
            <a:extLst>
              <a:ext uri="{FF2B5EF4-FFF2-40B4-BE49-F238E27FC236}">
                <a16:creationId xmlns:a16="http://schemas.microsoft.com/office/drawing/2014/main" id="{347D0FBD-1472-468C-84DA-540ADCCDF147}"/>
              </a:ext>
            </a:extLst>
          </p:cNvPr>
          <p:cNvSpPr>
            <a:spLocks noGrp="1"/>
          </p:cNvSpPr>
          <p:nvPr>
            <p:ph type="body" sz="quarter" idx="18"/>
          </p:nvPr>
        </p:nvSpPr>
        <p:spPr>
          <a:xfrm>
            <a:off x="7331074" y="3138105"/>
            <a:ext cx="4525963" cy="282575"/>
          </a:xfrm>
        </p:spPr>
        <p:txBody>
          <a:bodyPr anchor="b">
            <a:normAutofit/>
          </a:bodyPr>
          <a:lstStyle>
            <a:lvl1pPr>
              <a:defRPr sz="900"/>
            </a:lvl1pPr>
          </a:lstStyle>
          <a:p>
            <a:pPr lvl="0"/>
            <a:endParaRPr lang="it-IT" dirty="0"/>
          </a:p>
        </p:txBody>
      </p:sp>
      <p:sp>
        <p:nvSpPr>
          <p:cNvPr id="18" name="Segnaposto contenuto 10">
            <a:extLst>
              <a:ext uri="{FF2B5EF4-FFF2-40B4-BE49-F238E27FC236}">
                <a16:creationId xmlns:a16="http://schemas.microsoft.com/office/drawing/2014/main" id="{AE654BE7-A245-475E-B2C5-2D5C0EA5B87D}"/>
              </a:ext>
            </a:extLst>
          </p:cNvPr>
          <p:cNvSpPr>
            <a:spLocks noGrp="1"/>
          </p:cNvSpPr>
          <p:nvPr>
            <p:ph sz="quarter" idx="19"/>
          </p:nvPr>
        </p:nvSpPr>
        <p:spPr>
          <a:xfrm>
            <a:off x="7331075" y="3867807"/>
            <a:ext cx="4525963" cy="2339318"/>
          </a:xfrm>
          <a:noFill/>
        </p:spPr>
        <p:txBody>
          <a:bodyPr/>
          <a:lstStyle/>
          <a:p>
            <a:pPr lvl="0"/>
            <a:endParaRPr lang="it-IT" dirty="0"/>
          </a:p>
        </p:txBody>
      </p:sp>
      <p:sp>
        <p:nvSpPr>
          <p:cNvPr id="19" name="Segnaposto contenuto 10">
            <a:extLst>
              <a:ext uri="{FF2B5EF4-FFF2-40B4-BE49-F238E27FC236}">
                <a16:creationId xmlns:a16="http://schemas.microsoft.com/office/drawing/2014/main" id="{C7FD40C7-9A42-4239-BA55-CFB8D43C528F}"/>
              </a:ext>
            </a:extLst>
          </p:cNvPr>
          <p:cNvSpPr>
            <a:spLocks noGrp="1"/>
          </p:cNvSpPr>
          <p:nvPr>
            <p:ph sz="quarter" idx="20"/>
          </p:nvPr>
        </p:nvSpPr>
        <p:spPr>
          <a:xfrm>
            <a:off x="7331075" y="799291"/>
            <a:ext cx="4525963" cy="2339318"/>
          </a:xfrm>
          <a:noFill/>
        </p:spPr>
        <p:txBody>
          <a:bodyPr/>
          <a:lstStyle/>
          <a:p>
            <a:pPr lvl="0"/>
            <a:endParaRPr lang="it-IT" dirty="0"/>
          </a:p>
        </p:txBody>
      </p:sp>
    </p:spTree>
    <p:extLst>
      <p:ext uri="{BB962C8B-B14F-4D97-AF65-F5344CB8AC3E}">
        <p14:creationId xmlns:p14="http://schemas.microsoft.com/office/powerpoint/2010/main" val="21262106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agina didascalia _C">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3F10C0-5DFE-4F2B-84B3-498D1D283AB1}"/>
              </a:ext>
            </a:extLst>
          </p:cNvPr>
          <p:cNvSpPr>
            <a:spLocks noGrp="1"/>
          </p:cNvSpPr>
          <p:nvPr>
            <p:ph type="title"/>
          </p:nvPr>
        </p:nvSpPr>
        <p:spPr>
          <a:xfrm>
            <a:off x="334964" y="808073"/>
            <a:ext cx="8640000" cy="840083"/>
          </a:xfrm>
        </p:spPr>
        <p:txBody>
          <a:bodyPr/>
          <a:lstStyle/>
          <a:p>
            <a:endParaRPr lang="it-IT" dirty="0"/>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p>
            <a:r>
              <a:rPr lang="en-US"/>
              <a:t>Department of Energy</a:t>
            </a:r>
            <a:endParaRPr lang="it-IT" dirty="0"/>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p>
            <a:fld id="{3135EEA2-8D42-4D46-95A6-66E65FDC5EB1}" type="slidenum">
              <a:rPr lang="it-IT" smtClean="0"/>
              <a:pPr/>
              <a:t>‹#›</a:t>
            </a:fld>
            <a:endParaRPr lang="it-IT"/>
          </a:p>
        </p:txBody>
      </p:sp>
      <p:sp>
        <p:nvSpPr>
          <p:cNvPr id="7" name="Segnaposto testo 6">
            <a:extLst>
              <a:ext uri="{FF2B5EF4-FFF2-40B4-BE49-F238E27FC236}">
                <a16:creationId xmlns:a16="http://schemas.microsoft.com/office/drawing/2014/main" id="{99AF24DE-B4DF-4CF0-A1D8-A9C3833DB7E0}"/>
              </a:ext>
            </a:extLst>
          </p:cNvPr>
          <p:cNvSpPr>
            <a:spLocks noGrp="1"/>
          </p:cNvSpPr>
          <p:nvPr>
            <p:ph type="body" sz="quarter" idx="13"/>
          </p:nvPr>
        </p:nvSpPr>
        <p:spPr>
          <a:xfrm>
            <a:off x="334963" y="2060576"/>
            <a:ext cx="8640000" cy="761756"/>
          </a:xfrm>
        </p:spPr>
        <p:txBody>
          <a:bodyPr/>
          <a:lstStyle/>
          <a:p>
            <a:pPr lvl="0"/>
            <a:endParaRPr lang="it-IT" dirty="0"/>
          </a:p>
        </p:txBody>
      </p:sp>
      <p:sp>
        <p:nvSpPr>
          <p:cNvPr id="8" name="Segnaposto contenuto 2">
            <a:extLst>
              <a:ext uri="{FF2B5EF4-FFF2-40B4-BE49-F238E27FC236}">
                <a16:creationId xmlns:a16="http://schemas.microsoft.com/office/drawing/2014/main" id="{D48807E7-406F-46DA-A7FF-0C97525854B7}"/>
              </a:ext>
            </a:extLst>
          </p:cNvPr>
          <p:cNvSpPr>
            <a:spLocks noGrp="1"/>
          </p:cNvSpPr>
          <p:nvPr>
            <p:ph idx="1"/>
          </p:nvPr>
        </p:nvSpPr>
        <p:spPr>
          <a:xfrm>
            <a:off x="334963" y="3234752"/>
            <a:ext cx="5423999" cy="2972374"/>
          </a:xfrm>
          <a:noFill/>
        </p:spPr>
        <p:txBody>
          <a:bodyPr/>
          <a:lstStyle/>
          <a:p>
            <a:pPr lvl="0"/>
            <a:endParaRPr lang="it-IT" dirty="0"/>
          </a:p>
        </p:txBody>
      </p:sp>
      <p:sp>
        <p:nvSpPr>
          <p:cNvPr id="9" name="Segnaposto testo 11">
            <a:extLst>
              <a:ext uri="{FF2B5EF4-FFF2-40B4-BE49-F238E27FC236}">
                <a16:creationId xmlns:a16="http://schemas.microsoft.com/office/drawing/2014/main" id="{833CAB92-1558-4E15-91D9-6F44CDF88BF1}"/>
              </a:ext>
            </a:extLst>
          </p:cNvPr>
          <p:cNvSpPr>
            <a:spLocks noGrp="1"/>
          </p:cNvSpPr>
          <p:nvPr>
            <p:ph type="body" sz="quarter" idx="16"/>
          </p:nvPr>
        </p:nvSpPr>
        <p:spPr>
          <a:xfrm>
            <a:off x="334962" y="6207125"/>
            <a:ext cx="5423999" cy="282575"/>
          </a:xfrm>
        </p:spPr>
        <p:txBody>
          <a:bodyPr anchor="b">
            <a:normAutofit/>
          </a:bodyPr>
          <a:lstStyle>
            <a:lvl1pPr>
              <a:defRPr sz="900"/>
            </a:lvl1pPr>
          </a:lstStyle>
          <a:p>
            <a:pPr lvl="0"/>
            <a:endParaRPr lang="it-IT" dirty="0"/>
          </a:p>
        </p:txBody>
      </p:sp>
      <p:sp>
        <p:nvSpPr>
          <p:cNvPr id="10" name="Segnaposto contenuto 2">
            <a:extLst>
              <a:ext uri="{FF2B5EF4-FFF2-40B4-BE49-F238E27FC236}">
                <a16:creationId xmlns:a16="http://schemas.microsoft.com/office/drawing/2014/main" id="{B0E56354-394B-4187-9F9C-3EC0AFE56EFB}"/>
              </a:ext>
            </a:extLst>
          </p:cNvPr>
          <p:cNvSpPr>
            <a:spLocks noGrp="1"/>
          </p:cNvSpPr>
          <p:nvPr>
            <p:ph idx="17"/>
          </p:nvPr>
        </p:nvSpPr>
        <p:spPr>
          <a:xfrm>
            <a:off x="6463201" y="3234752"/>
            <a:ext cx="5423999" cy="2972374"/>
          </a:xfrm>
          <a:noFill/>
        </p:spPr>
        <p:txBody>
          <a:bodyPr/>
          <a:lstStyle/>
          <a:p>
            <a:pPr lvl="0"/>
            <a:endParaRPr lang="it-IT" dirty="0"/>
          </a:p>
        </p:txBody>
      </p:sp>
      <p:sp>
        <p:nvSpPr>
          <p:cNvPr id="11" name="Segnaposto testo 11">
            <a:extLst>
              <a:ext uri="{FF2B5EF4-FFF2-40B4-BE49-F238E27FC236}">
                <a16:creationId xmlns:a16="http://schemas.microsoft.com/office/drawing/2014/main" id="{FA2B0198-8A91-4620-9797-8C5B2DBFE186}"/>
              </a:ext>
            </a:extLst>
          </p:cNvPr>
          <p:cNvSpPr>
            <a:spLocks noGrp="1"/>
          </p:cNvSpPr>
          <p:nvPr>
            <p:ph type="body" sz="quarter" idx="18"/>
          </p:nvPr>
        </p:nvSpPr>
        <p:spPr>
          <a:xfrm>
            <a:off x="6463200" y="6207125"/>
            <a:ext cx="5423999" cy="282575"/>
          </a:xfrm>
        </p:spPr>
        <p:txBody>
          <a:bodyPr anchor="b">
            <a:normAutofit/>
          </a:bodyPr>
          <a:lstStyle>
            <a:lvl1pPr>
              <a:defRPr sz="900"/>
            </a:lvl1pPr>
          </a:lstStyle>
          <a:p>
            <a:pPr lvl="0"/>
            <a:endParaRPr lang="it-IT" dirty="0"/>
          </a:p>
        </p:txBody>
      </p:sp>
    </p:spTree>
    <p:extLst>
      <p:ext uri="{BB962C8B-B14F-4D97-AF65-F5344CB8AC3E}">
        <p14:creationId xmlns:p14="http://schemas.microsoft.com/office/powerpoint/2010/main" val="4997318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Pagina grafica _ 2 colonne">
    <p:spTree>
      <p:nvGrpSpPr>
        <p:cNvPr id="1" name=""/>
        <p:cNvGrpSpPr/>
        <p:nvPr/>
      </p:nvGrpSpPr>
      <p:grpSpPr>
        <a:xfrm>
          <a:off x="0" y="0"/>
          <a:ext cx="0" cy="0"/>
          <a:chOff x="0" y="0"/>
          <a:chExt cx="0" cy="0"/>
        </a:xfrm>
      </p:grpSpPr>
      <p:cxnSp>
        <p:nvCxnSpPr>
          <p:cNvPr id="15" name="Connettore diritto 14">
            <a:extLst>
              <a:ext uri="{FF2B5EF4-FFF2-40B4-BE49-F238E27FC236}">
                <a16:creationId xmlns:a16="http://schemas.microsoft.com/office/drawing/2014/main" id="{1BA738B4-CAEF-4DF6-8F86-853259BEF8CA}"/>
              </a:ext>
            </a:extLst>
          </p:cNvPr>
          <p:cNvCxnSpPr>
            <a:cxnSpLocks/>
          </p:cNvCxnSpPr>
          <p:nvPr userDrawn="1"/>
        </p:nvCxnSpPr>
        <p:spPr>
          <a:xfrm>
            <a:off x="6096000" y="1982591"/>
            <a:ext cx="0" cy="4926573"/>
          </a:xfrm>
          <a:prstGeom prst="line">
            <a:avLst/>
          </a:prstGeom>
          <a:ln w="6350">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
        <p:nvSpPr>
          <p:cNvPr id="17" name="Ovale 16">
            <a:extLst>
              <a:ext uri="{FF2B5EF4-FFF2-40B4-BE49-F238E27FC236}">
                <a16:creationId xmlns:a16="http://schemas.microsoft.com/office/drawing/2014/main" id="{4C773052-8674-4F4A-B692-74398E7F6181}"/>
              </a:ext>
            </a:extLst>
          </p:cNvPr>
          <p:cNvSpPr/>
          <p:nvPr userDrawn="1"/>
        </p:nvSpPr>
        <p:spPr>
          <a:xfrm>
            <a:off x="-72" y="1982591"/>
            <a:ext cx="6095999" cy="6086885"/>
          </a:xfrm>
          <a:prstGeom prst="ellipse">
            <a:avLst/>
          </a:prstGeom>
          <a:noFill/>
          <a:ln w="6350">
            <a:solidFill>
              <a:schemeClr val="tx2">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8" name="Ovale 17">
            <a:extLst>
              <a:ext uri="{FF2B5EF4-FFF2-40B4-BE49-F238E27FC236}">
                <a16:creationId xmlns:a16="http://schemas.microsoft.com/office/drawing/2014/main" id="{4494B2F9-56E8-468F-84B7-6289E8C13D51}"/>
              </a:ext>
            </a:extLst>
          </p:cNvPr>
          <p:cNvSpPr/>
          <p:nvPr userDrawn="1"/>
        </p:nvSpPr>
        <p:spPr>
          <a:xfrm>
            <a:off x="6096000" y="1982591"/>
            <a:ext cx="6095999" cy="6086885"/>
          </a:xfrm>
          <a:prstGeom prst="ellipse">
            <a:avLst/>
          </a:prstGeom>
          <a:noFill/>
          <a:ln w="6350">
            <a:solidFill>
              <a:schemeClr val="tx2">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20" name="Connettore diritto 19">
            <a:extLst>
              <a:ext uri="{FF2B5EF4-FFF2-40B4-BE49-F238E27FC236}">
                <a16:creationId xmlns:a16="http://schemas.microsoft.com/office/drawing/2014/main" id="{A18E4507-53BE-463C-8276-54DFB4E83D3E}"/>
              </a:ext>
            </a:extLst>
          </p:cNvPr>
          <p:cNvCxnSpPr>
            <a:cxnSpLocks/>
          </p:cNvCxnSpPr>
          <p:nvPr userDrawn="1"/>
        </p:nvCxnSpPr>
        <p:spPr>
          <a:xfrm>
            <a:off x="0" y="198259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
        <p:nvSpPr>
          <p:cNvPr id="2" name="Titolo 1">
            <a:extLst>
              <a:ext uri="{FF2B5EF4-FFF2-40B4-BE49-F238E27FC236}">
                <a16:creationId xmlns:a16="http://schemas.microsoft.com/office/drawing/2014/main" id="{FC3F10C0-5DFE-4F2B-84B3-498D1D283AB1}"/>
              </a:ext>
            </a:extLst>
          </p:cNvPr>
          <p:cNvSpPr>
            <a:spLocks noGrp="1"/>
          </p:cNvSpPr>
          <p:nvPr>
            <p:ph type="title"/>
          </p:nvPr>
        </p:nvSpPr>
        <p:spPr/>
        <p:txBody>
          <a:bodyPr/>
          <a:lstStyle/>
          <a:p>
            <a:endParaRPr lang="it-IT" dirty="0"/>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p>
            <a:r>
              <a:rPr lang="en-US"/>
              <a:t>Department of Energy</a:t>
            </a:r>
            <a:endParaRPr lang="it-IT" dirty="0"/>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p>
            <a:fld id="{3135EEA2-8D42-4D46-95A6-66E65FDC5EB1}" type="slidenum">
              <a:rPr lang="it-IT" smtClean="0"/>
              <a:pPr/>
              <a:t>‹#›</a:t>
            </a:fld>
            <a:endParaRPr lang="it-IT"/>
          </a:p>
        </p:txBody>
      </p:sp>
      <p:sp>
        <p:nvSpPr>
          <p:cNvPr id="7" name="Segnaposto testo 6">
            <a:extLst>
              <a:ext uri="{FF2B5EF4-FFF2-40B4-BE49-F238E27FC236}">
                <a16:creationId xmlns:a16="http://schemas.microsoft.com/office/drawing/2014/main" id="{99AF24DE-B4DF-4CF0-A1D8-A9C3833DB7E0}"/>
              </a:ext>
            </a:extLst>
          </p:cNvPr>
          <p:cNvSpPr>
            <a:spLocks noGrp="1"/>
          </p:cNvSpPr>
          <p:nvPr>
            <p:ph type="body" sz="quarter" idx="13"/>
          </p:nvPr>
        </p:nvSpPr>
        <p:spPr>
          <a:xfrm>
            <a:off x="1504950" y="2887039"/>
            <a:ext cx="3400570" cy="2106202"/>
          </a:xfrm>
        </p:spPr>
        <p:txBody>
          <a:bodyPr>
            <a:noAutofit/>
          </a:bodyPr>
          <a:lstStyle>
            <a:lvl1pPr>
              <a:defRPr sz="1600"/>
            </a:lvl1pPr>
            <a:lvl2pPr>
              <a:defRPr sz="1400"/>
            </a:lvl2pPr>
            <a:lvl3pPr>
              <a:defRPr sz="1400"/>
            </a:lvl3pPr>
            <a:lvl4pPr>
              <a:defRPr sz="1400"/>
            </a:lvl4pPr>
            <a:lvl5pPr>
              <a:defRPr sz="1400"/>
            </a:lvl5pPr>
          </a:lstStyle>
          <a:p>
            <a:pPr lvl="0"/>
            <a:endParaRPr lang="it-IT" dirty="0"/>
          </a:p>
        </p:txBody>
      </p:sp>
      <p:sp>
        <p:nvSpPr>
          <p:cNvPr id="12" name="Segnaposto testo 6">
            <a:extLst>
              <a:ext uri="{FF2B5EF4-FFF2-40B4-BE49-F238E27FC236}">
                <a16:creationId xmlns:a16="http://schemas.microsoft.com/office/drawing/2014/main" id="{58D49EF2-5E35-412C-A5DD-2A6A604FC3AA}"/>
              </a:ext>
            </a:extLst>
          </p:cNvPr>
          <p:cNvSpPr>
            <a:spLocks noGrp="1"/>
          </p:cNvSpPr>
          <p:nvPr>
            <p:ph type="body" sz="quarter" idx="14"/>
          </p:nvPr>
        </p:nvSpPr>
        <p:spPr>
          <a:xfrm>
            <a:off x="7279792" y="2887039"/>
            <a:ext cx="3400570" cy="2106202"/>
          </a:xfrm>
        </p:spPr>
        <p:txBody>
          <a:bodyPr>
            <a:noAutofit/>
          </a:bodyPr>
          <a:lstStyle>
            <a:lvl1pPr>
              <a:defRPr sz="1600"/>
            </a:lvl1pPr>
            <a:lvl2pPr>
              <a:defRPr sz="1400"/>
            </a:lvl2pPr>
            <a:lvl3pPr>
              <a:defRPr sz="1400"/>
            </a:lvl3pPr>
            <a:lvl4pPr>
              <a:defRPr sz="1400"/>
            </a:lvl4pPr>
            <a:lvl5pPr>
              <a:defRPr sz="1400"/>
            </a:lvl5pPr>
          </a:lstStyle>
          <a:p>
            <a:pPr lvl="0"/>
            <a:endParaRPr lang="it-IT" dirty="0"/>
          </a:p>
        </p:txBody>
      </p:sp>
      <p:sp>
        <p:nvSpPr>
          <p:cNvPr id="10" name="Segnaposto testo 9">
            <a:extLst>
              <a:ext uri="{FF2B5EF4-FFF2-40B4-BE49-F238E27FC236}">
                <a16:creationId xmlns:a16="http://schemas.microsoft.com/office/drawing/2014/main" id="{2E32AEAB-53EF-4B9D-AE36-D26FBF01B473}"/>
              </a:ext>
            </a:extLst>
          </p:cNvPr>
          <p:cNvSpPr>
            <a:spLocks noGrp="1"/>
          </p:cNvSpPr>
          <p:nvPr>
            <p:ph type="body" sz="quarter" idx="15" hasCustomPrompt="1"/>
          </p:nvPr>
        </p:nvSpPr>
        <p:spPr>
          <a:xfrm>
            <a:off x="1504950" y="2239963"/>
            <a:ext cx="3400425" cy="441325"/>
          </a:xfrm>
        </p:spPr>
        <p:txBody>
          <a:bodyPr anchor="b">
            <a:noAutofit/>
          </a:bodyPr>
          <a:lstStyle>
            <a:lvl1pPr>
              <a:defRPr sz="16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a:t>
            </a:r>
          </a:p>
        </p:txBody>
      </p:sp>
      <p:sp>
        <p:nvSpPr>
          <p:cNvPr id="16" name="Segnaposto testo 9">
            <a:extLst>
              <a:ext uri="{FF2B5EF4-FFF2-40B4-BE49-F238E27FC236}">
                <a16:creationId xmlns:a16="http://schemas.microsoft.com/office/drawing/2014/main" id="{8BDCC8A1-442C-4890-928F-754837D40158}"/>
              </a:ext>
            </a:extLst>
          </p:cNvPr>
          <p:cNvSpPr>
            <a:spLocks noGrp="1"/>
          </p:cNvSpPr>
          <p:nvPr>
            <p:ph type="body" sz="quarter" idx="16" hasCustomPrompt="1"/>
          </p:nvPr>
        </p:nvSpPr>
        <p:spPr>
          <a:xfrm>
            <a:off x="7279792" y="2239963"/>
            <a:ext cx="3400425" cy="441325"/>
          </a:xfrm>
        </p:spPr>
        <p:txBody>
          <a:bodyPr anchor="b">
            <a:noAutofit/>
          </a:bodyPr>
          <a:lstStyle>
            <a:lvl1pPr>
              <a:defRPr sz="16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a:t>
            </a:r>
          </a:p>
        </p:txBody>
      </p:sp>
    </p:spTree>
    <p:extLst>
      <p:ext uri="{BB962C8B-B14F-4D97-AF65-F5344CB8AC3E}">
        <p14:creationId xmlns:p14="http://schemas.microsoft.com/office/powerpoint/2010/main" val="14052724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Pagina grafica _ 3 colonne">
    <p:spTree>
      <p:nvGrpSpPr>
        <p:cNvPr id="1" name=""/>
        <p:cNvGrpSpPr/>
        <p:nvPr/>
      </p:nvGrpSpPr>
      <p:grpSpPr>
        <a:xfrm>
          <a:off x="0" y="0"/>
          <a:ext cx="0" cy="0"/>
          <a:chOff x="0" y="0"/>
          <a:chExt cx="0" cy="0"/>
        </a:xfrm>
      </p:grpSpPr>
      <p:grpSp>
        <p:nvGrpSpPr>
          <p:cNvPr id="17" name="Gruppo 16">
            <a:extLst>
              <a:ext uri="{FF2B5EF4-FFF2-40B4-BE49-F238E27FC236}">
                <a16:creationId xmlns:a16="http://schemas.microsoft.com/office/drawing/2014/main" id="{DCF77920-E824-44B3-85EA-05F2EDB6BF3F}"/>
              </a:ext>
            </a:extLst>
          </p:cNvPr>
          <p:cNvGrpSpPr/>
          <p:nvPr userDrawn="1"/>
        </p:nvGrpSpPr>
        <p:grpSpPr>
          <a:xfrm>
            <a:off x="4176734" y="1982590"/>
            <a:ext cx="3851031" cy="4875409"/>
            <a:chOff x="4176734" y="0"/>
            <a:chExt cx="3851031" cy="6858000"/>
          </a:xfrm>
        </p:grpSpPr>
        <p:cxnSp>
          <p:nvCxnSpPr>
            <p:cNvPr id="18" name="Connettore diritto 17">
              <a:extLst>
                <a:ext uri="{FF2B5EF4-FFF2-40B4-BE49-F238E27FC236}">
                  <a16:creationId xmlns:a16="http://schemas.microsoft.com/office/drawing/2014/main" id="{CB615DED-059D-4796-99B1-A05563D44C03}"/>
                </a:ext>
              </a:extLst>
            </p:cNvPr>
            <p:cNvCxnSpPr>
              <a:cxnSpLocks/>
            </p:cNvCxnSpPr>
            <p:nvPr userDrawn="1"/>
          </p:nvCxnSpPr>
          <p:spPr>
            <a:xfrm>
              <a:off x="4176734" y="0"/>
              <a:ext cx="0" cy="6858000"/>
            </a:xfrm>
            <a:prstGeom prst="line">
              <a:avLst/>
            </a:prstGeom>
            <a:ln w="6350">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Connettore diritto 18">
              <a:extLst>
                <a:ext uri="{FF2B5EF4-FFF2-40B4-BE49-F238E27FC236}">
                  <a16:creationId xmlns:a16="http://schemas.microsoft.com/office/drawing/2014/main" id="{92005C28-C91C-45A7-A685-8802C446CB65}"/>
                </a:ext>
              </a:extLst>
            </p:cNvPr>
            <p:cNvCxnSpPr>
              <a:cxnSpLocks/>
            </p:cNvCxnSpPr>
            <p:nvPr userDrawn="1"/>
          </p:nvCxnSpPr>
          <p:spPr>
            <a:xfrm>
              <a:off x="8027765" y="0"/>
              <a:ext cx="0" cy="6858000"/>
            </a:xfrm>
            <a:prstGeom prst="line">
              <a:avLst/>
            </a:prstGeom>
            <a:ln w="6350">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20" name="Connettore diritto 19">
            <a:extLst>
              <a:ext uri="{FF2B5EF4-FFF2-40B4-BE49-F238E27FC236}">
                <a16:creationId xmlns:a16="http://schemas.microsoft.com/office/drawing/2014/main" id="{CE81B289-B295-4C91-973A-E265802F8343}"/>
              </a:ext>
            </a:extLst>
          </p:cNvPr>
          <p:cNvCxnSpPr>
            <a:cxnSpLocks/>
          </p:cNvCxnSpPr>
          <p:nvPr userDrawn="1"/>
        </p:nvCxnSpPr>
        <p:spPr>
          <a:xfrm>
            <a:off x="0" y="198259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
        <p:nvSpPr>
          <p:cNvPr id="2" name="Titolo 1">
            <a:extLst>
              <a:ext uri="{FF2B5EF4-FFF2-40B4-BE49-F238E27FC236}">
                <a16:creationId xmlns:a16="http://schemas.microsoft.com/office/drawing/2014/main" id="{FC3F10C0-5DFE-4F2B-84B3-498D1D283AB1}"/>
              </a:ext>
            </a:extLst>
          </p:cNvPr>
          <p:cNvSpPr>
            <a:spLocks noGrp="1"/>
          </p:cNvSpPr>
          <p:nvPr>
            <p:ph type="title"/>
          </p:nvPr>
        </p:nvSpPr>
        <p:spPr/>
        <p:txBody>
          <a:bodyPr/>
          <a:lstStyle/>
          <a:p>
            <a:endParaRPr lang="it-IT" dirty="0"/>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p>
            <a:r>
              <a:rPr lang="en-US"/>
              <a:t>Department of Energy</a:t>
            </a:r>
            <a:endParaRPr lang="it-IT" dirty="0"/>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p>
            <a:fld id="{3135EEA2-8D42-4D46-95A6-66E65FDC5EB1}" type="slidenum">
              <a:rPr lang="it-IT" smtClean="0"/>
              <a:pPr/>
              <a:t>‹#›</a:t>
            </a:fld>
            <a:endParaRPr lang="it-IT"/>
          </a:p>
        </p:txBody>
      </p:sp>
      <p:sp>
        <p:nvSpPr>
          <p:cNvPr id="7" name="Segnaposto testo 6">
            <a:extLst>
              <a:ext uri="{FF2B5EF4-FFF2-40B4-BE49-F238E27FC236}">
                <a16:creationId xmlns:a16="http://schemas.microsoft.com/office/drawing/2014/main" id="{99AF24DE-B4DF-4CF0-A1D8-A9C3833DB7E0}"/>
              </a:ext>
            </a:extLst>
          </p:cNvPr>
          <p:cNvSpPr>
            <a:spLocks noGrp="1"/>
          </p:cNvSpPr>
          <p:nvPr>
            <p:ph type="body" sz="quarter" idx="13"/>
          </p:nvPr>
        </p:nvSpPr>
        <p:spPr>
          <a:xfrm>
            <a:off x="568620" y="2887039"/>
            <a:ext cx="3100906" cy="3602662"/>
          </a:xfrm>
        </p:spPr>
        <p:txBody>
          <a:bodyPr>
            <a:noAutofit/>
          </a:bodyPr>
          <a:lstStyle>
            <a:lvl1pPr>
              <a:defRPr sz="1600"/>
            </a:lvl1pPr>
            <a:lvl2pPr>
              <a:defRPr sz="1200"/>
            </a:lvl2pPr>
            <a:lvl3pPr>
              <a:defRPr sz="1200"/>
            </a:lvl3pPr>
            <a:lvl4pPr>
              <a:defRPr sz="1200"/>
            </a:lvl4pPr>
            <a:lvl5pPr>
              <a:defRPr sz="1200"/>
            </a:lvl5pPr>
          </a:lstStyle>
          <a:p>
            <a:pPr lvl="0"/>
            <a:endParaRPr lang="it-IT" dirty="0"/>
          </a:p>
        </p:txBody>
      </p:sp>
      <p:sp>
        <p:nvSpPr>
          <p:cNvPr id="10" name="Segnaposto testo 9">
            <a:extLst>
              <a:ext uri="{FF2B5EF4-FFF2-40B4-BE49-F238E27FC236}">
                <a16:creationId xmlns:a16="http://schemas.microsoft.com/office/drawing/2014/main" id="{2E32AEAB-53EF-4B9D-AE36-D26FBF01B473}"/>
              </a:ext>
            </a:extLst>
          </p:cNvPr>
          <p:cNvSpPr>
            <a:spLocks noGrp="1"/>
          </p:cNvSpPr>
          <p:nvPr>
            <p:ph type="body" sz="quarter" idx="15" hasCustomPrompt="1"/>
          </p:nvPr>
        </p:nvSpPr>
        <p:spPr>
          <a:xfrm>
            <a:off x="568643" y="2239963"/>
            <a:ext cx="3100906" cy="441325"/>
          </a:xfrm>
        </p:spPr>
        <p:txBody>
          <a:bodyPr anchor="b">
            <a:noAutofit/>
          </a:bodyPr>
          <a:lstStyle>
            <a:lvl1pPr>
              <a:defRPr sz="16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a:t>
            </a:r>
          </a:p>
        </p:txBody>
      </p:sp>
      <p:sp>
        <p:nvSpPr>
          <p:cNvPr id="30" name="Segnaposto testo 6">
            <a:extLst>
              <a:ext uri="{FF2B5EF4-FFF2-40B4-BE49-F238E27FC236}">
                <a16:creationId xmlns:a16="http://schemas.microsoft.com/office/drawing/2014/main" id="{0C5DB749-C07B-4557-8B31-C5C44DDA999B}"/>
              </a:ext>
            </a:extLst>
          </p:cNvPr>
          <p:cNvSpPr>
            <a:spLocks noGrp="1"/>
          </p:cNvSpPr>
          <p:nvPr>
            <p:ph type="body" sz="quarter" idx="16"/>
          </p:nvPr>
        </p:nvSpPr>
        <p:spPr>
          <a:xfrm>
            <a:off x="4551535" y="2887039"/>
            <a:ext cx="3100906" cy="3602662"/>
          </a:xfrm>
        </p:spPr>
        <p:txBody>
          <a:bodyPr>
            <a:noAutofit/>
          </a:bodyPr>
          <a:lstStyle>
            <a:lvl1pPr>
              <a:defRPr sz="1600"/>
            </a:lvl1pPr>
            <a:lvl2pPr>
              <a:defRPr sz="1200"/>
            </a:lvl2pPr>
            <a:lvl3pPr>
              <a:defRPr sz="1200"/>
            </a:lvl3pPr>
            <a:lvl4pPr>
              <a:defRPr sz="1200"/>
            </a:lvl4pPr>
            <a:lvl5pPr>
              <a:defRPr sz="1200"/>
            </a:lvl5pPr>
          </a:lstStyle>
          <a:p>
            <a:pPr lvl="0"/>
            <a:endParaRPr lang="it-IT" dirty="0"/>
          </a:p>
        </p:txBody>
      </p:sp>
      <p:sp>
        <p:nvSpPr>
          <p:cNvPr id="31" name="Segnaposto testo 9">
            <a:extLst>
              <a:ext uri="{FF2B5EF4-FFF2-40B4-BE49-F238E27FC236}">
                <a16:creationId xmlns:a16="http://schemas.microsoft.com/office/drawing/2014/main" id="{642D4EEC-FAC4-4C46-BB9F-3BA54588E412}"/>
              </a:ext>
            </a:extLst>
          </p:cNvPr>
          <p:cNvSpPr>
            <a:spLocks noGrp="1"/>
          </p:cNvSpPr>
          <p:nvPr>
            <p:ph type="body" sz="quarter" idx="17" hasCustomPrompt="1"/>
          </p:nvPr>
        </p:nvSpPr>
        <p:spPr>
          <a:xfrm>
            <a:off x="4551558" y="2239963"/>
            <a:ext cx="3100906" cy="441325"/>
          </a:xfrm>
        </p:spPr>
        <p:txBody>
          <a:bodyPr anchor="b">
            <a:noAutofit/>
          </a:bodyPr>
          <a:lstStyle>
            <a:lvl1pPr>
              <a:defRPr sz="16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a:t>
            </a:r>
          </a:p>
        </p:txBody>
      </p:sp>
      <p:sp>
        <p:nvSpPr>
          <p:cNvPr id="32" name="Segnaposto testo 6">
            <a:extLst>
              <a:ext uri="{FF2B5EF4-FFF2-40B4-BE49-F238E27FC236}">
                <a16:creationId xmlns:a16="http://schemas.microsoft.com/office/drawing/2014/main" id="{8310C023-87FF-43B4-9428-3E2652BDB8FC}"/>
              </a:ext>
            </a:extLst>
          </p:cNvPr>
          <p:cNvSpPr>
            <a:spLocks noGrp="1"/>
          </p:cNvSpPr>
          <p:nvPr>
            <p:ph type="body" sz="quarter" idx="18"/>
          </p:nvPr>
        </p:nvSpPr>
        <p:spPr>
          <a:xfrm>
            <a:off x="8376189" y="2887039"/>
            <a:ext cx="3100906" cy="3602662"/>
          </a:xfrm>
        </p:spPr>
        <p:txBody>
          <a:bodyPr>
            <a:noAutofit/>
          </a:bodyPr>
          <a:lstStyle>
            <a:lvl1pPr>
              <a:defRPr sz="1600"/>
            </a:lvl1pPr>
            <a:lvl2pPr>
              <a:defRPr sz="1200"/>
            </a:lvl2pPr>
            <a:lvl3pPr>
              <a:defRPr sz="1200"/>
            </a:lvl3pPr>
            <a:lvl4pPr>
              <a:defRPr sz="1200"/>
            </a:lvl4pPr>
            <a:lvl5pPr>
              <a:defRPr sz="1200"/>
            </a:lvl5pPr>
          </a:lstStyle>
          <a:p>
            <a:pPr lvl="0"/>
            <a:endParaRPr lang="it-IT" dirty="0"/>
          </a:p>
        </p:txBody>
      </p:sp>
      <p:sp>
        <p:nvSpPr>
          <p:cNvPr id="33" name="Segnaposto testo 9">
            <a:extLst>
              <a:ext uri="{FF2B5EF4-FFF2-40B4-BE49-F238E27FC236}">
                <a16:creationId xmlns:a16="http://schemas.microsoft.com/office/drawing/2014/main" id="{0FB8C8B8-D4F7-4669-8F3B-F456A7ECFC93}"/>
              </a:ext>
            </a:extLst>
          </p:cNvPr>
          <p:cNvSpPr>
            <a:spLocks noGrp="1"/>
          </p:cNvSpPr>
          <p:nvPr>
            <p:ph type="body" sz="quarter" idx="19" hasCustomPrompt="1"/>
          </p:nvPr>
        </p:nvSpPr>
        <p:spPr>
          <a:xfrm>
            <a:off x="8376212" y="2239963"/>
            <a:ext cx="3100906" cy="441325"/>
          </a:xfrm>
        </p:spPr>
        <p:txBody>
          <a:bodyPr anchor="b">
            <a:noAutofit/>
          </a:bodyPr>
          <a:lstStyle>
            <a:lvl1pPr>
              <a:defRPr sz="16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a:t>
            </a:r>
          </a:p>
        </p:txBody>
      </p:sp>
    </p:spTree>
    <p:extLst>
      <p:ext uri="{BB962C8B-B14F-4D97-AF65-F5344CB8AC3E}">
        <p14:creationId xmlns:p14="http://schemas.microsoft.com/office/powerpoint/2010/main" val="18852846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Pagina grafica _ 4 colonne">
    <p:spTree>
      <p:nvGrpSpPr>
        <p:cNvPr id="1" name=""/>
        <p:cNvGrpSpPr/>
        <p:nvPr/>
      </p:nvGrpSpPr>
      <p:grpSpPr>
        <a:xfrm>
          <a:off x="0" y="0"/>
          <a:ext cx="0" cy="0"/>
          <a:chOff x="0" y="0"/>
          <a:chExt cx="0" cy="0"/>
        </a:xfrm>
      </p:grpSpPr>
      <p:grpSp>
        <p:nvGrpSpPr>
          <p:cNvPr id="30" name="Gruppo 29">
            <a:extLst>
              <a:ext uri="{FF2B5EF4-FFF2-40B4-BE49-F238E27FC236}">
                <a16:creationId xmlns:a16="http://schemas.microsoft.com/office/drawing/2014/main" id="{8C804B3B-AD2E-43B7-A236-4B70FBB66BF5}"/>
              </a:ext>
            </a:extLst>
          </p:cNvPr>
          <p:cNvGrpSpPr/>
          <p:nvPr userDrawn="1"/>
        </p:nvGrpSpPr>
        <p:grpSpPr>
          <a:xfrm>
            <a:off x="3216275" y="1982591"/>
            <a:ext cx="5753528" cy="4875409"/>
            <a:chOff x="3216275" y="-24549"/>
            <a:chExt cx="5753528" cy="6882549"/>
          </a:xfrm>
        </p:grpSpPr>
        <p:cxnSp>
          <p:nvCxnSpPr>
            <p:cNvPr id="31" name="Connettore diritto 30">
              <a:extLst>
                <a:ext uri="{FF2B5EF4-FFF2-40B4-BE49-F238E27FC236}">
                  <a16:creationId xmlns:a16="http://schemas.microsoft.com/office/drawing/2014/main" id="{44FAA9BE-8AF8-49B0-92FC-678C2D2924A8}"/>
                </a:ext>
              </a:extLst>
            </p:cNvPr>
            <p:cNvCxnSpPr>
              <a:cxnSpLocks/>
            </p:cNvCxnSpPr>
            <p:nvPr userDrawn="1"/>
          </p:nvCxnSpPr>
          <p:spPr>
            <a:xfrm>
              <a:off x="6096000" y="-24549"/>
              <a:ext cx="0" cy="6882549"/>
            </a:xfrm>
            <a:prstGeom prst="line">
              <a:avLst/>
            </a:prstGeom>
            <a:ln w="6350">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Connettore diritto 31">
              <a:extLst>
                <a:ext uri="{FF2B5EF4-FFF2-40B4-BE49-F238E27FC236}">
                  <a16:creationId xmlns:a16="http://schemas.microsoft.com/office/drawing/2014/main" id="{E563AC02-AAB4-4E22-88B1-7040959183F0}"/>
                </a:ext>
              </a:extLst>
            </p:cNvPr>
            <p:cNvCxnSpPr>
              <a:cxnSpLocks/>
            </p:cNvCxnSpPr>
            <p:nvPr userDrawn="1"/>
          </p:nvCxnSpPr>
          <p:spPr>
            <a:xfrm>
              <a:off x="3216275" y="-24549"/>
              <a:ext cx="0" cy="6882549"/>
            </a:xfrm>
            <a:prstGeom prst="line">
              <a:avLst/>
            </a:prstGeom>
            <a:ln w="6350">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Connettore diritto 32">
              <a:extLst>
                <a:ext uri="{FF2B5EF4-FFF2-40B4-BE49-F238E27FC236}">
                  <a16:creationId xmlns:a16="http://schemas.microsoft.com/office/drawing/2014/main" id="{F723C070-52A1-4662-85E9-0FE98E37ECF0}"/>
                </a:ext>
              </a:extLst>
            </p:cNvPr>
            <p:cNvCxnSpPr>
              <a:cxnSpLocks/>
            </p:cNvCxnSpPr>
            <p:nvPr userDrawn="1"/>
          </p:nvCxnSpPr>
          <p:spPr>
            <a:xfrm>
              <a:off x="8969803" y="-24549"/>
              <a:ext cx="0" cy="6882549"/>
            </a:xfrm>
            <a:prstGeom prst="line">
              <a:avLst/>
            </a:prstGeom>
            <a:ln w="6350">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5" name="Connettore diritto 34">
            <a:extLst>
              <a:ext uri="{FF2B5EF4-FFF2-40B4-BE49-F238E27FC236}">
                <a16:creationId xmlns:a16="http://schemas.microsoft.com/office/drawing/2014/main" id="{CA8ECBF8-204B-4371-89C9-ED0E38546FF7}"/>
              </a:ext>
            </a:extLst>
          </p:cNvPr>
          <p:cNvCxnSpPr>
            <a:cxnSpLocks/>
          </p:cNvCxnSpPr>
          <p:nvPr userDrawn="1"/>
        </p:nvCxnSpPr>
        <p:spPr>
          <a:xfrm>
            <a:off x="0" y="198259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
        <p:nvSpPr>
          <p:cNvPr id="2" name="Titolo 1">
            <a:extLst>
              <a:ext uri="{FF2B5EF4-FFF2-40B4-BE49-F238E27FC236}">
                <a16:creationId xmlns:a16="http://schemas.microsoft.com/office/drawing/2014/main" id="{FC3F10C0-5DFE-4F2B-84B3-498D1D283AB1}"/>
              </a:ext>
            </a:extLst>
          </p:cNvPr>
          <p:cNvSpPr>
            <a:spLocks noGrp="1"/>
          </p:cNvSpPr>
          <p:nvPr>
            <p:ph type="title"/>
          </p:nvPr>
        </p:nvSpPr>
        <p:spPr/>
        <p:txBody>
          <a:bodyPr/>
          <a:lstStyle/>
          <a:p>
            <a:endParaRPr lang="it-IT" dirty="0"/>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p>
            <a:r>
              <a:rPr lang="en-US"/>
              <a:t>Department of Energy</a:t>
            </a:r>
            <a:endParaRPr lang="it-IT" dirty="0"/>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p>
            <a:fld id="{3135EEA2-8D42-4D46-95A6-66E65FDC5EB1}" type="slidenum">
              <a:rPr lang="it-IT" smtClean="0"/>
              <a:pPr/>
              <a:t>‹#›</a:t>
            </a:fld>
            <a:endParaRPr lang="it-IT"/>
          </a:p>
        </p:txBody>
      </p:sp>
      <p:sp>
        <p:nvSpPr>
          <p:cNvPr id="7" name="Segnaposto testo 6">
            <a:extLst>
              <a:ext uri="{FF2B5EF4-FFF2-40B4-BE49-F238E27FC236}">
                <a16:creationId xmlns:a16="http://schemas.microsoft.com/office/drawing/2014/main" id="{99AF24DE-B4DF-4CF0-A1D8-A9C3833DB7E0}"/>
              </a:ext>
            </a:extLst>
          </p:cNvPr>
          <p:cNvSpPr>
            <a:spLocks noGrp="1"/>
          </p:cNvSpPr>
          <p:nvPr>
            <p:ph type="body" sz="quarter" idx="13"/>
          </p:nvPr>
        </p:nvSpPr>
        <p:spPr>
          <a:xfrm>
            <a:off x="568620" y="2887039"/>
            <a:ext cx="2503621" cy="3602662"/>
          </a:xfrm>
        </p:spPr>
        <p:txBody>
          <a:bodyPr>
            <a:noAutofit/>
          </a:bodyPr>
          <a:lstStyle>
            <a:lvl1pPr>
              <a:defRPr sz="1400"/>
            </a:lvl1pPr>
            <a:lvl2pPr>
              <a:defRPr sz="1200"/>
            </a:lvl2pPr>
            <a:lvl3pPr>
              <a:defRPr sz="1200"/>
            </a:lvl3pPr>
            <a:lvl4pPr>
              <a:defRPr sz="1200"/>
            </a:lvl4pPr>
            <a:lvl5pPr>
              <a:defRPr sz="1200"/>
            </a:lvl5pPr>
          </a:lstStyle>
          <a:p>
            <a:pPr lvl="0"/>
            <a:endParaRPr lang="it-IT" dirty="0"/>
          </a:p>
        </p:txBody>
      </p:sp>
      <p:sp>
        <p:nvSpPr>
          <p:cNvPr id="10" name="Segnaposto testo 9">
            <a:extLst>
              <a:ext uri="{FF2B5EF4-FFF2-40B4-BE49-F238E27FC236}">
                <a16:creationId xmlns:a16="http://schemas.microsoft.com/office/drawing/2014/main" id="{2E32AEAB-53EF-4B9D-AE36-D26FBF01B473}"/>
              </a:ext>
            </a:extLst>
          </p:cNvPr>
          <p:cNvSpPr>
            <a:spLocks noGrp="1"/>
          </p:cNvSpPr>
          <p:nvPr>
            <p:ph type="body" sz="quarter" idx="15" hasCustomPrompt="1"/>
          </p:nvPr>
        </p:nvSpPr>
        <p:spPr>
          <a:xfrm>
            <a:off x="568643" y="2239963"/>
            <a:ext cx="2503514" cy="441325"/>
          </a:xfrm>
        </p:spPr>
        <p:txBody>
          <a:bodyPr anchor="b">
            <a:noAutofit/>
          </a:bodyPr>
          <a:lstStyle>
            <a:lvl1pPr>
              <a:defRPr sz="14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a:t>
            </a:r>
          </a:p>
        </p:txBody>
      </p:sp>
      <p:sp>
        <p:nvSpPr>
          <p:cNvPr id="13" name="Ovale 12">
            <a:extLst>
              <a:ext uri="{FF2B5EF4-FFF2-40B4-BE49-F238E27FC236}">
                <a16:creationId xmlns:a16="http://schemas.microsoft.com/office/drawing/2014/main" id="{769E06E2-5F0D-4920-A3E9-64AE757EB613}"/>
              </a:ext>
            </a:extLst>
          </p:cNvPr>
          <p:cNvSpPr/>
          <p:nvPr userDrawn="1"/>
        </p:nvSpPr>
        <p:spPr>
          <a:xfrm>
            <a:off x="339511" y="3544304"/>
            <a:ext cx="2869255" cy="2945397"/>
          </a:xfrm>
          <a:prstGeom prst="ellipse">
            <a:avLst/>
          </a:prstGeom>
          <a:noFill/>
          <a:ln w="6350">
            <a:solidFill>
              <a:schemeClr val="tx2">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it-IT" sz="1400"/>
          </a:p>
        </p:txBody>
      </p:sp>
      <p:sp>
        <p:nvSpPr>
          <p:cNvPr id="21" name="Segnaposto testo 6">
            <a:extLst>
              <a:ext uri="{FF2B5EF4-FFF2-40B4-BE49-F238E27FC236}">
                <a16:creationId xmlns:a16="http://schemas.microsoft.com/office/drawing/2014/main" id="{4DA14660-E3DE-4786-8628-2BDB623B542F}"/>
              </a:ext>
            </a:extLst>
          </p:cNvPr>
          <p:cNvSpPr>
            <a:spLocks noGrp="1"/>
          </p:cNvSpPr>
          <p:nvPr userDrawn="1">
            <p:ph type="body" sz="quarter" idx="16"/>
          </p:nvPr>
        </p:nvSpPr>
        <p:spPr>
          <a:xfrm>
            <a:off x="3414561" y="2887039"/>
            <a:ext cx="2503621" cy="3602662"/>
          </a:xfrm>
        </p:spPr>
        <p:txBody>
          <a:bodyPr>
            <a:noAutofit/>
          </a:bodyPr>
          <a:lstStyle>
            <a:lvl1pPr>
              <a:defRPr sz="1400"/>
            </a:lvl1pPr>
            <a:lvl2pPr>
              <a:defRPr sz="1200"/>
            </a:lvl2pPr>
            <a:lvl3pPr>
              <a:defRPr sz="1200"/>
            </a:lvl3pPr>
            <a:lvl4pPr>
              <a:defRPr sz="1200"/>
            </a:lvl4pPr>
            <a:lvl5pPr>
              <a:defRPr sz="1200"/>
            </a:lvl5pPr>
          </a:lstStyle>
          <a:p>
            <a:pPr lvl="0"/>
            <a:endParaRPr lang="it-IT" dirty="0"/>
          </a:p>
        </p:txBody>
      </p:sp>
      <p:sp>
        <p:nvSpPr>
          <p:cNvPr id="22" name="Segnaposto testo 9">
            <a:extLst>
              <a:ext uri="{FF2B5EF4-FFF2-40B4-BE49-F238E27FC236}">
                <a16:creationId xmlns:a16="http://schemas.microsoft.com/office/drawing/2014/main" id="{38062A0A-3D00-4F2E-A78C-520C7A8814B0}"/>
              </a:ext>
            </a:extLst>
          </p:cNvPr>
          <p:cNvSpPr>
            <a:spLocks noGrp="1"/>
          </p:cNvSpPr>
          <p:nvPr userDrawn="1">
            <p:ph type="body" sz="quarter" idx="17" hasCustomPrompt="1"/>
          </p:nvPr>
        </p:nvSpPr>
        <p:spPr>
          <a:xfrm>
            <a:off x="3414584" y="2239963"/>
            <a:ext cx="2503514" cy="441325"/>
          </a:xfrm>
        </p:spPr>
        <p:txBody>
          <a:bodyPr anchor="b">
            <a:noAutofit/>
          </a:bodyPr>
          <a:lstStyle>
            <a:lvl1pPr>
              <a:defRPr sz="14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a:t>
            </a:r>
          </a:p>
        </p:txBody>
      </p:sp>
      <p:sp>
        <p:nvSpPr>
          <p:cNvPr id="23" name="Segnaposto testo 6">
            <a:extLst>
              <a:ext uri="{FF2B5EF4-FFF2-40B4-BE49-F238E27FC236}">
                <a16:creationId xmlns:a16="http://schemas.microsoft.com/office/drawing/2014/main" id="{3FA3924C-C133-43D4-9617-6E7333D996FB}"/>
              </a:ext>
            </a:extLst>
          </p:cNvPr>
          <p:cNvSpPr>
            <a:spLocks noGrp="1"/>
          </p:cNvSpPr>
          <p:nvPr userDrawn="1">
            <p:ph type="body" sz="quarter" idx="18"/>
          </p:nvPr>
        </p:nvSpPr>
        <p:spPr>
          <a:xfrm>
            <a:off x="6250229" y="2887039"/>
            <a:ext cx="2503621" cy="3602662"/>
          </a:xfrm>
        </p:spPr>
        <p:txBody>
          <a:bodyPr>
            <a:noAutofit/>
          </a:bodyPr>
          <a:lstStyle>
            <a:lvl1pPr>
              <a:defRPr sz="1400"/>
            </a:lvl1pPr>
            <a:lvl2pPr>
              <a:defRPr sz="1200"/>
            </a:lvl2pPr>
            <a:lvl3pPr>
              <a:defRPr sz="1200"/>
            </a:lvl3pPr>
            <a:lvl4pPr>
              <a:defRPr sz="1200"/>
            </a:lvl4pPr>
            <a:lvl5pPr>
              <a:defRPr sz="1200"/>
            </a:lvl5pPr>
          </a:lstStyle>
          <a:p>
            <a:pPr lvl="0"/>
            <a:endParaRPr lang="it-IT" dirty="0"/>
          </a:p>
        </p:txBody>
      </p:sp>
      <p:sp>
        <p:nvSpPr>
          <p:cNvPr id="24" name="Segnaposto testo 9">
            <a:extLst>
              <a:ext uri="{FF2B5EF4-FFF2-40B4-BE49-F238E27FC236}">
                <a16:creationId xmlns:a16="http://schemas.microsoft.com/office/drawing/2014/main" id="{4F293ED1-7D64-49B8-81A0-5F5FB11E3592}"/>
              </a:ext>
            </a:extLst>
          </p:cNvPr>
          <p:cNvSpPr>
            <a:spLocks noGrp="1"/>
          </p:cNvSpPr>
          <p:nvPr userDrawn="1">
            <p:ph type="body" sz="quarter" idx="19" hasCustomPrompt="1"/>
          </p:nvPr>
        </p:nvSpPr>
        <p:spPr>
          <a:xfrm>
            <a:off x="6250252" y="2239963"/>
            <a:ext cx="2503514" cy="441325"/>
          </a:xfrm>
        </p:spPr>
        <p:txBody>
          <a:bodyPr anchor="b">
            <a:noAutofit/>
          </a:bodyPr>
          <a:lstStyle>
            <a:lvl1pPr>
              <a:defRPr sz="14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a:t>
            </a:r>
          </a:p>
        </p:txBody>
      </p:sp>
      <p:sp>
        <p:nvSpPr>
          <p:cNvPr id="25" name="Segnaposto testo 6">
            <a:extLst>
              <a:ext uri="{FF2B5EF4-FFF2-40B4-BE49-F238E27FC236}">
                <a16:creationId xmlns:a16="http://schemas.microsoft.com/office/drawing/2014/main" id="{34980872-E501-48A5-8B13-B7016BEEE029}"/>
              </a:ext>
            </a:extLst>
          </p:cNvPr>
          <p:cNvSpPr>
            <a:spLocks noGrp="1"/>
          </p:cNvSpPr>
          <p:nvPr userDrawn="1">
            <p:ph type="body" sz="quarter" idx="20"/>
          </p:nvPr>
        </p:nvSpPr>
        <p:spPr>
          <a:xfrm>
            <a:off x="9157816" y="2887039"/>
            <a:ext cx="2503621" cy="3602662"/>
          </a:xfrm>
        </p:spPr>
        <p:txBody>
          <a:bodyPr>
            <a:noAutofit/>
          </a:bodyPr>
          <a:lstStyle>
            <a:lvl1pPr>
              <a:defRPr sz="1400"/>
            </a:lvl1pPr>
            <a:lvl2pPr>
              <a:defRPr sz="1200"/>
            </a:lvl2pPr>
            <a:lvl3pPr>
              <a:defRPr sz="1200"/>
            </a:lvl3pPr>
            <a:lvl4pPr>
              <a:defRPr sz="1200"/>
            </a:lvl4pPr>
            <a:lvl5pPr>
              <a:defRPr sz="1200"/>
            </a:lvl5pPr>
          </a:lstStyle>
          <a:p>
            <a:pPr lvl="0"/>
            <a:endParaRPr lang="it-IT" dirty="0"/>
          </a:p>
        </p:txBody>
      </p:sp>
      <p:sp>
        <p:nvSpPr>
          <p:cNvPr id="26" name="Segnaposto testo 9">
            <a:extLst>
              <a:ext uri="{FF2B5EF4-FFF2-40B4-BE49-F238E27FC236}">
                <a16:creationId xmlns:a16="http://schemas.microsoft.com/office/drawing/2014/main" id="{7359F283-E0AA-4871-A428-A58C8F3F0AAC}"/>
              </a:ext>
            </a:extLst>
          </p:cNvPr>
          <p:cNvSpPr>
            <a:spLocks noGrp="1"/>
          </p:cNvSpPr>
          <p:nvPr userDrawn="1">
            <p:ph type="body" sz="quarter" idx="21" hasCustomPrompt="1"/>
          </p:nvPr>
        </p:nvSpPr>
        <p:spPr>
          <a:xfrm>
            <a:off x="9157839" y="2239963"/>
            <a:ext cx="2503514" cy="441325"/>
          </a:xfrm>
        </p:spPr>
        <p:txBody>
          <a:bodyPr anchor="b">
            <a:noAutofit/>
          </a:bodyPr>
          <a:lstStyle>
            <a:lvl1pPr>
              <a:defRPr sz="14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a:t>
            </a:r>
          </a:p>
        </p:txBody>
      </p:sp>
      <p:sp>
        <p:nvSpPr>
          <p:cNvPr id="27" name="Ovale 26">
            <a:extLst>
              <a:ext uri="{FF2B5EF4-FFF2-40B4-BE49-F238E27FC236}">
                <a16:creationId xmlns:a16="http://schemas.microsoft.com/office/drawing/2014/main" id="{101D1BE9-9067-430D-A318-4BC1405F006A}"/>
              </a:ext>
            </a:extLst>
          </p:cNvPr>
          <p:cNvSpPr/>
          <p:nvPr userDrawn="1"/>
        </p:nvSpPr>
        <p:spPr>
          <a:xfrm>
            <a:off x="3223388" y="3544304"/>
            <a:ext cx="2869255" cy="2945397"/>
          </a:xfrm>
          <a:prstGeom prst="ellipse">
            <a:avLst/>
          </a:prstGeom>
          <a:noFill/>
          <a:ln w="6350">
            <a:solidFill>
              <a:schemeClr val="tx2">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it-IT" sz="1400"/>
          </a:p>
        </p:txBody>
      </p:sp>
      <p:sp>
        <p:nvSpPr>
          <p:cNvPr id="28" name="Ovale 27">
            <a:extLst>
              <a:ext uri="{FF2B5EF4-FFF2-40B4-BE49-F238E27FC236}">
                <a16:creationId xmlns:a16="http://schemas.microsoft.com/office/drawing/2014/main" id="{F88114C5-1930-4807-8B76-4565A5FFB9B5}"/>
              </a:ext>
            </a:extLst>
          </p:cNvPr>
          <p:cNvSpPr/>
          <p:nvPr userDrawn="1"/>
        </p:nvSpPr>
        <p:spPr>
          <a:xfrm>
            <a:off x="6089680" y="3544304"/>
            <a:ext cx="2869255" cy="2945397"/>
          </a:xfrm>
          <a:prstGeom prst="ellipse">
            <a:avLst/>
          </a:prstGeom>
          <a:noFill/>
          <a:ln w="6350">
            <a:solidFill>
              <a:schemeClr val="tx2">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it-IT" sz="1400"/>
          </a:p>
        </p:txBody>
      </p:sp>
      <p:sp>
        <p:nvSpPr>
          <p:cNvPr id="29" name="Ovale 28">
            <a:extLst>
              <a:ext uri="{FF2B5EF4-FFF2-40B4-BE49-F238E27FC236}">
                <a16:creationId xmlns:a16="http://schemas.microsoft.com/office/drawing/2014/main" id="{E2D6333A-9B81-4325-A926-22F5E403D75F}"/>
              </a:ext>
            </a:extLst>
          </p:cNvPr>
          <p:cNvSpPr/>
          <p:nvPr userDrawn="1"/>
        </p:nvSpPr>
        <p:spPr>
          <a:xfrm>
            <a:off x="8964764" y="3544304"/>
            <a:ext cx="2869255" cy="2945397"/>
          </a:xfrm>
          <a:prstGeom prst="ellipse">
            <a:avLst/>
          </a:prstGeom>
          <a:noFill/>
          <a:ln w="6350">
            <a:solidFill>
              <a:schemeClr val="tx2">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it-IT" sz="1400"/>
          </a:p>
        </p:txBody>
      </p:sp>
    </p:spTree>
    <p:extLst>
      <p:ext uri="{BB962C8B-B14F-4D97-AF65-F5344CB8AC3E}">
        <p14:creationId xmlns:p14="http://schemas.microsoft.com/office/powerpoint/2010/main" val="6144566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agina Evidenza _ 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3F10C0-5DFE-4F2B-84B3-498D1D283AB1}"/>
              </a:ext>
            </a:extLst>
          </p:cNvPr>
          <p:cNvSpPr>
            <a:spLocks noGrp="1"/>
          </p:cNvSpPr>
          <p:nvPr>
            <p:ph type="title" hasCustomPrompt="1"/>
          </p:nvPr>
        </p:nvSpPr>
        <p:spPr>
          <a:xfrm>
            <a:off x="334963" y="1325365"/>
            <a:ext cx="11522075" cy="4222679"/>
          </a:xfrm>
        </p:spPr>
        <p:txBody>
          <a:bodyPr anchor="ctr"/>
          <a:lstStyle>
            <a:lvl1pPr>
              <a:defRPr sz="4000" b="0"/>
            </a:lvl1pPr>
          </a:lstStyle>
          <a:p>
            <a:r>
              <a:rPr lang="it-IT" dirty="0"/>
              <a:t>Inserire testo in evidenza</a:t>
            </a:r>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p>
            <a:r>
              <a:rPr lang="en-US"/>
              <a:t>Department of Energy</a:t>
            </a:r>
            <a:endParaRPr lang="it-IT" dirty="0"/>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p>
            <a:fld id="{3135EEA2-8D42-4D46-95A6-66E65FDC5EB1}" type="slidenum">
              <a:rPr lang="it-IT" smtClean="0"/>
              <a:pPr/>
              <a:t>‹#›</a:t>
            </a:fld>
            <a:endParaRPr lang="it-IT"/>
          </a:p>
        </p:txBody>
      </p:sp>
      <p:sp>
        <p:nvSpPr>
          <p:cNvPr id="9" name="Ovale 8">
            <a:extLst>
              <a:ext uri="{FF2B5EF4-FFF2-40B4-BE49-F238E27FC236}">
                <a16:creationId xmlns:a16="http://schemas.microsoft.com/office/drawing/2014/main" id="{6FCB4558-5B0B-4E68-99C0-73044CD4F7EE}"/>
              </a:ext>
            </a:extLst>
          </p:cNvPr>
          <p:cNvSpPr/>
          <p:nvPr userDrawn="1"/>
        </p:nvSpPr>
        <p:spPr>
          <a:xfrm>
            <a:off x="-1366766" y="1325366"/>
            <a:ext cx="4222679" cy="4222679"/>
          </a:xfrm>
          <a:prstGeom prst="ellipse">
            <a:avLst/>
          </a:prstGeom>
          <a:noFill/>
          <a:ln w="9525">
            <a:solidFill>
              <a:schemeClr val="tx2">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0" name="Connettore diritto 9">
            <a:extLst>
              <a:ext uri="{FF2B5EF4-FFF2-40B4-BE49-F238E27FC236}">
                <a16:creationId xmlns:a16="http://schemas.microsoft.com/office/drawing/2014/main" id="{5CD3E5C6-1FD7-4A9E-A65F-282056577FB3}"/>
              </a:ext>
            </a:extLst>
          </p:cNvPr>
          <p:cNvCxnSpPr>
            <a:cxnSpLocks/>
          </p:cNvCxnSpPr>
          <p:nvPr userDrawn="1"/>
        </p:nvCxnSpPr>
        <p:spPr>
          <a:xfrm>
            <a:off x="0" y="1325366"/>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D9DB920E-F5AB-4AF8-BFFC-D380A2D7FEAE}"/>
              </a:ext>
            </a:extLst>
          </p:cNvPr>
          <p:cNvCxnSpPr>
            <a:cxnSpLocks/>
          </p:cNvCxnSpPr>
          <p:nvPr userDrawn="1"/>
        </p:nvCxnSpPr>
        <p:spPr>
          <a:xfrm>
            <a:off x="0" y="5548045"/>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4028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agina Evidenza _ B">
    <p:bg>
      <p:bgPr>
        <a:solidFill>
          <a:schemeClr val="accent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3F10C0-5DFE-4F2B-84B3-498D1D283AB1}"/>
              </a:ext>
            </a:extLst>
          </p:cNvPr>
          <p:cNvSpPr>
            <a:spLocks noGrp="1"/>
          </p:cNvSpPr>
          <p:nvPr>
            <p:ph type="title" hasCustomPrompt="1"/>
          </p:nvPr>
        </p:nvSpPr>
        <p:spPr>
          <a:xfrm>
            <a:off x="763771" y="1775639"/>
            <a:ext cx="10664455" cy="2317896"/>
          </a:xfrm>
          <a:ln>
            <a:noFill/>
          </a:ln>
        </p:spPr>
        <p:txBody>
          <a:bodyPr anchor="b"/>
          <a:lstStyle>
            <a:lvl1pPr algn="ctr">
              <a:defRPr sz="4800" b="0">
                <a:solidFill>
                  <a:schemeClr val="tx2"/>
                </a:solidFill>
              </a:defRPr>
            </a:lvl1pPr>
          </a:lstStyle>
          <a:p>
            <a:r>
              <a:rPr lang="it-IT" dirty="0"/>
              <a:t>Inserire testo in evidenza</a:t>
            </a:r>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lvl1pPr>
              <a:defRPr>
                <a:solidFill>
                  <a:schemeClr val="tx2"/>
                </a:solidFill>
              </a:defRPr>
            </a:lvl1pPr>
          </a:lstStyle>
          <a:p>
            <a:r>
              <a:rPr lang="it-IT"/>
              <a:t>POLITECNICO DI MILANO</a:t>
            </a:r>
            <a:endParaRPr lang="it-IT" dirty="0"/>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lvl1pPr>
              <a:defRPr>
                <a:solidFill>
                  <a:schemeClr val="tx2"/>
                </a:solidFill>
              </a:defRPr>
            </a:lvl1pPr>
          </a:lstStyle>
          <a:p>
            <a:r>
              <a:rPr lang="en-US"/>
              <a:t>Department of Energy</a:t>
            </a:r>
            <a:endParaRPr lang="it-IT" dirty="0"/>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lvl1pPr>
              <a:defRPr>
                <a:solidFill>
                  <a:schemeClr val="tx2"/>
                </a:solidFill>
              </a:defRPr>
            </a:lvl1pPr>
          </a:lstStyle>
          <a:p>
            <a:fld id="{3135EEA2-8D42-4D46-95A6-66E65FDC5EB1}" type="slidenum">
              <a:rPr lang="it-IT" smtClean="0"/>
              <a:pPr/>
              <a:t>‹#›</a:t>
            </a:fld>
            <a:endParaRPr lang="it-IT"/>
          </a:p>
        </p:txBody>
      </p:sp>
      <p:sp>
        <p:nvSpPr>
          <p:cNvPr id="9" name="Ovale 8">
            <a:extLst>
              <a:ext uri="{FF2B5EF4-FFF2-40B4-BE49-F238E27FC236}">
                <a16:creationId xmlns:a16="http://schemas.microsoft.com/office/drawing/2014/main" id="{6FCB4558-5B0B-4E68-99C0-73044CD4F7EE}"/>
              </a:ext>
            </a:extLst>
          </p:cNvPr>
          <p:cNvSpPr/>
          <p:nvPr userDrawn="1"/>
        </p:nvSpPr>
        <p:spPr>
          <a:xfrm>
            <a:off x="3233122" y="757946"/>
            <a:ext cx="5725755" cy="5725755"/>
          </a:xfrm>
          <a:prstGeom prst="ellipse">
            <a:avLst/>
          </a:prstGeom>
          <a:noFill/>
          <a:ln w="9525">
            <a:solidFill>
              <a:schemeClr val="tx2">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2"/>
              </a:solidFill>
            </a:endParaRPr>
          </a:p>
        </p:txBody>
      </p:sp>
      <p:cxnSp>
        <p:nvCxnSpPr>
          <p:cNvPr id="10" name="Connettore diritto 9">
            <a:extLst>
              <a:ext uri="{FF2B5EF4-FFF2-40B4-BE49-F238E27FC236}">
                <a16:creationId xmlns:a16="http://schemas.microsoft.com/office/drawing/2014/main" id="{5CD3E5C6-1FD7-4A9E-A65F-282056577FB3}"/>
              </a:ext>
            </a:extLst>
          </p:cNvPr>
          <p:cNvCxnSpPr>
            <a:cxnSpLocks/>
          </p:cNvCxnSpPr>
          <p:nvPr userDrawn="1"/>
        </p:nvCxnSpPr>
        <p:spPr>
          <a:xfrm>
            <a:off x="0" y="729943"/>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D9DB920E-F5AB-4AF8-BFFC-D380A2D7FEAE}"/>
              </a:ext>
            </a:extLst>
          </p:cNvPr>
          <p:cNvCxnSpPr>
            <a:cxnSpLocks/>
          </p:cNvCxnSpPr>
          <p:nvPr userDrawn="1"/>
        </p:nvCxnSpPr>
        <p:spPr>
          <a:xfrm>
            <a:off x="0" y="6483710"/>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
        <p:nvSpPr>
          <p:cNvPr id="7" name="Segnaposto testo 6">
            <a:extLst>
              <a:ext uri="{FF2B5EF4-FFF2-40B4-BE49-F238E27FC236}">
                <a16:creationId xmlns:a16="http://schemas.microsoft.com/office/drawing/2014/main" id="{5FA801A9-B23D-4656-8AFA-3E413EDFA65F}"/>
              </a:ext>
            </a:extLst>
          </p:cNvPr>
          <p:cNvSpPr>
            <a:spLocks noGrp="1"/>
          </p:cNvSpPr>
          <p:nvPr>
            <p:ph type="body" sz="quarter" idx="13"/>
          </p:nvPr>
        </p:nvSpPr>
        <p:spPr>
          <a:xfrm>
            <a:off x="763588" y="4536830"/>
            <a:ext cx="10664825" cy="601907"/>
          </a:xfrm>
        </p:spPr>
        <p:txBody>
          <a:bodyPr/>
          <a:lstStyle>
            <a:lvl1pPr algn="ctr">
              <a:defRPr>
                <a:solidFill>
                  <a:schemeClr val="tx2"/>
                </a:solidFill>
              </a:defRPr>
            </a:lvl1pPr>
          </a:lstStyle>
          <a:p>
            <a:pPr lvl="0"/>
            <a:endParaRPr lang="it-IT" dirty="0"/>
          </a:p>
        </p:txBody>
      </p:sp>
    </p:spTree>
    <p:extLst>
      <p:ext uri="{BB962C8B-B14F-4D97-AF65-F5344CB8AC3E}">
        <p14:creationId xmlns:p14="http://schemas.microsoft.com/office/powerpoint/2010/main" val="39561244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ver A">
    <p:bg>
      <p:bgPr>
        <a:solidFill>
          <a:schemeClr val="accent1"/>
        </a:solidFill>
        <a:effectLst/>
      </p:bgPr>
    </p:bg>
    <p:spTree>
      <p:nvGrpSpPr>
        <p:cNvPr id="1" name=""/>
        <p:cNvGrpSpPr/>
        <p:nvPr/>
      </p:nvGrpSpPr>
      <p:grpSpPr>
        <a:xfrm>
          <a:off x="0" y="0"/>
          <a:ext cx="0" cy="0"/>
          <a:chOff x="0" y="0"/>
          <a:chExt cx="0" cy="0"/>
        </a:xfrm>
      </p:grpSpPr>
      <p:sp>
        <p:nvSpPr>
          <p:cNvPr id="12" name="Cerchio">
            <a:extLst>
              <a:ext uri="{FF2B5EF4-FFF2-40B4-BE49-F238E27FC236}">
                <a16:creationId xmlns:a16="http://schemas.microsoft.com/office/drawing/2014/main" id="{E84FA22C-2923-4BEC-B023-C4DA9810EF15}"/>
              </a:ext>
            </a:extLst>
          </p:cNvPr>
          <p:cNvSpPr/>
          <p:nvPr userDrawn="1"/>
        </p:nvSpPr>
        <p:spPr>
          <a:xfrm>
            <a:off x="7559558" y="2853390"/>
            <a:ext cx="4010434" cy="4010172"/>
          </a:xfrm>
          <a:prstGeom prst="ellipse">
            <a:avLst/>
          </a:prstGeom>
          <a:gradFill flip="none" rotWithShape="1">
            <a:gsLst>
              <a:gs pos="14000">
                <a:srgbClr val="FFFFFF">
                  <a:alpha val="50000"/>
                </a:srgbClr>
              </a:gs>
              <a:gs pos="13661">
                <a:schemeClr val="accent4"/>
              </a:gs>
              <a:gs pos="100000">
                <a:schemeClr val="accent1">
                  <a:alpha val="0"/>
                </a:schemeClr>
              </a:gs>
            </a:gsLst>
            <a:path path="circle">
              <a:fillToRect l="100000" t="100000"/>
            </a:path>
            <a:tileRect r="-100000" b="-100000"/>
          </a:gradFill>
          <a:ln w="12700">
            <a:miter lim="400000"/>
          </a:ln>
        </p:spPr>
        <p:txBody>
          <a:bodyPr lIns="25400" tIns="25400" rIns="25400" bIns="25400" anchor="ctr"/>
          <a:lstStyle/>
          <a:p>
            <a:pPr lvl="0" algn="ctr" defTabSz="412756"/>
            <a:endParaRPr sz="1600" b="0" i="0" dirty="0">
              <a:solidFill>
                <a:srgbClr val="FFFFFF">
                  <a:alpha val="20092"/>
                </a:srgbClr>
              </a:solidFill>
              <a:latin typeface="Manrope" pitchFamily="2" charset="0"/>
              <a:cs typeface="Arial" panose="020B0604020202020204" pitchFamily="34" charset="0"/>
            </a:endParaRPr>
          </a:p>
        </p:txBody>
      </p:sp>
      <p:sp>
        <p:nvSpPr>
          <p:cNvPr id="5" name="Cerchio">
            <a:extLst>
              <a:ext uri="{FF2B5EF4-FFF2-40B4-BE49-F238E27FC236}">
                <a16:creationId xmlns:a16="http://schemas.microsoft.com/office/drawing/2014/main" id="{5F9D2376-F92C-70CC-7E4A-0F195E3EA543}"/>
              </a:ext>
            </a:extLst>
          </p:cNvPr>
          <p:cNvSpPr/>
          <p:nvPr userDrawn="1"/>
        </p:nvSpPr>
        <p:spPr>
          <a:xfrm rot="10800000">
            <a:off x="7559558" y="-1156784"/>
            <a:ext cx="4010434" cy="4010172"/>
          </a:xfrm>
          <a:prstGeom prst="ellipse">
            <a:avLst/>
          </a:prstGeom>
          <a:gradFill flip="none" rotWithShape="1">
            <a:gsLst>
              <a:gs pos="14000">
                <a:srgbClr val="FFFFFF">
                  <a:alpha val="50000"/>
                </a:srgbClr>
              </a:gs>
              <a:gs pos="13661">
                <a:schemeClr val="accent4"/>
              </a:gs>
              <a:gs pos="100000">
                <a:schemeClr val="accent1">
                  <a:alpha val="0"/>
                </a:schemeClr>
              </a:gs>
            </a:gsLst>
            <a:path path="circle">
              <a:fillToRect l="100000" t="100000"/>
            </a:path>
            <a:tileRect r="-100000" b="-100000"/>
          </a:gradFill>
          <a:ln w="12700">
            <a:miter lim="400000"/>
          </a:ln>
        </p:spPr>
        <p:txBody>
          <a:bodyPr lIns="25400" tIns="25400" rIns="25400" bIns="25400" anchor="ctr"/>
          <a:lstStyle/>
          <a:p>
            <a:pPr lvl="0" algn="ctr" defTabSz="412756"/>
            <a:endParaRPr sz="1600" b="0" i="0" dirty="0">
              <a:solidFill>
                <a:srgbClr val="FFFFFF">
                  <a:alpha val="20092"/>
                </a:srgbClr>
              </a:solidFill>
              <a:latin typeface="Manrope" pitchFamily="2" charset="0"/>
              <a:cs typeface="Arial" panose="020B0604020202020204" pitchFamily="34" charset="0"/>
            </a:endParaRPr>
          </a:p>
        </p:txBody>
      </p:sp>
      <p:cxnSp>
        <p:nvCxnSpPr>
          <p:cNvPr id="9" name="Connettore diritto 8">
            <a:extLst>
              <a:ext uri="{FF2B5EF4-FFF2-40B4-BE49-F238E27FC236}">
                <a16:creationId xmlns:a16="http://schemas.microsoft.com/office/drawing/2014/main" id="{2B7B3A0A-3A1B-42DE-B9AE-23655BAD3745}"/>
              </a:ext>
            </a:extLst>
          </p:cNvPr>
          <p:cNvCxnSpPr>
            <a:cxnSpLocks/>
          </p:cNvCxnSpPr>
          <p:nvPr userDrawn="1"/>
        </p:nvCxnSpPr>
        <p:spPr>
          <a:xfrm>
            <a:off x="11569992" y="0"/>
            <a:ext cx="0" cy="685800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Connettore diritto 9">
            <a:extLst>
              <a:ext uri="{FF2B5EF4-FFF2-40B4-BE49-F238E27FC236}">
                <a16:creationId xmlns:a16="http://schemas.microsoft.com/office/drawing/2014/main" id="{FD11F552-5459-4905-94FE-760C82166453}"/>
              </a:ext>
            </a:extLst>
          </p:cNvPr>
          <p:cNvCxnSpPr>
            <a:cxnSpLocks/>
          </p:cNvCxnSpPr>
          <p:nvPr userDrawn="1"/>
        </p:nvCxnSpPr>
        <p:spPr>
          <a:xfrm>
            <a:off x="7559558" y="0"/>
            <a:ext cx="0" cy="685800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Connettore diritto 10">
            <a:extLst>
              <a:ext uri="{FF2B5EF4-FFF2-40B4-BE49-F238E27FC236}">
                <a16:creationId xmlns:a16="http://schemas.microsoft.com/office/drawing/2014/main" id="{FFD66269-DBF7-485E-8F18-092A9E8BABC4}"/>
              </a:ext>
            </a:extLst>
          </p:cNvPr>
          <p:cNvCxnSpPr>
            <a:cxnSpLocks/>
          </p:cNvCxnSpPr>
          <p:nvPr userDrawn="1"/>
        </p:nvCxnSpPr>
        <p:spPr>
          <a:xfrm>
            <a:off x="0" y="2853390"/>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
        <p:nvSpPr>
          <p:cNvPr id="2" name="Tema / Titolo / Docente  |  00. 00. 0000">
            <a:extLst>
              <a:ext uri="{FF2B5EF4-FFF2-40B4-BE49-F238E27FC236}">
                <a16:creationId xmlns:a16="http://schemas.microsoft.com/office/drawing/2014/main" id="{99FF4CA3-BA67-0511-3FE3-11769597A30E}"/>
              </a:ext>
            </a:extLst>
          </p:cNvPr>
          <p:cNvSpPr txBox="1">
            <a:spLocks noGrp="1"/>
          </p:cNvSpPr>
          <p:nvPr>
            <p:ph type="body" sz="quarter" idx="21" hasCustomPrompt="1"/>
          </p:nvPr>
        </p:nvSpPr>
        <p:spPr>
          <a:xfrm>
            <a:off x="600710" y="5929933"/>
            <a:ext cx="4078060" cy="318490"/>
          </a:xfrm>
          <a:prstGeom prst="rect">
            <a:avLst/>
          </a:prstGeom>
        </p:spPr>
        <p:txBody>
          <a:bodyPr lIns="45719" tIns="45719" rIns="45719" bIns="45719">
            <a:noAutofit/>
          </a:bodyPr>
          <a:lstStyle>
            <a:lvl1pPr>
              <a:lnSpc>
                <a:spcPct val="100000"/>
              </a:lnSpc>
              <a:defRPr sz="1200">
                <a:solidFill>
                  <a:schemeClr val="tx2"/>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dirty="0"/>
              <a:t>00. 00. 0000  |  Relatore</a:t>
            </a:r>
          </a:p>
        </p:txBody>
      </p:sp>
      <p:sp>
        <p:nvSpPr>
          <p:cNvPr id="3" name="Titolo 5">
            <a:extLst>
              <a:ext uri="{FF2B5EF4-FFF2-40B4-BE49-F238E27FC236}">
                <a16:creationId xmlns:a16="http://schemas.microsoft.com/office/drawing/2014/main" id="{5660309B-4011-4FF9-71E9-5BC51EF56DF6}"/>
              </a:ext>
            </a:extLst>
          </p:cNvPr>
          <p:cNvSpPr>
            <a:spLocks noGrp="1"/>
          </p:cNvSpPr>
          <p:nvPr>
            <p:ph type="title" hasCustomPrompt="1"/>
          </p:nvPr>
        </p:nvSpPr>
        <p:spPr>
          <a:xfrm>
            <a:off x="603287" y="2853390"/>
            <a:ext cx="6956269" cy="2324100"/>
          </a:xfrm>
        </p:spPr>
        <p:txBody>
          <a:bodyPr lIns="0" tIns="360000" rIns="0" bIns="0" anchor="t"/>
          <a:lstStyle>
            <a:lvl1pPr>
              <a:defRPr lang="it-IT" dirty="0">
                <a:solidFill>
                  <a:schemeClr val="tx2"/>
                </a:solidFill>
              </a:defRPr>
            </a:lvl1pPr>
          </a:lstStyle>
          <a:p>
            <a:r>
              <a:rPr lang="it-IT" dirty="0"/>
              <a:t>Inserire titolo</a:t>
            </a:r>
          </a:p>
        </p:txBody>
      </p:sp>
      <p:pic>
        <p:nvPicPr>
          <p:cNvPr id="13" name="Elemento grafico 12">
            <a:extLst>
              <a:ext uri="{FF2B5EF4-FFF2-40B4-BE49-F238E27FC236}">
                <a16:creationId xmlns:a16="http://schemas.microsoft.com/office/drawing/2014/main" id="{1C55F1C4-A74A-49B2-9C2A-B5CD36369A0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7559" y="558879"/>
            <a:ext cx="3790500" cy="684000"/>
          </a:xfrm>
          <a:prstGeom prst="rect">
            <a:avLst/>
          </a:prstGeom>
        </p:spPr>
      </p:pic>
    </p:spTree>
    <p:extLst>
      <p:ext uri="{BB962C8B-B14F-4D97-AF65-F5344CB8AC3E}">
        <p14:creationId xmlns:p14="http://schemas.microsoft.com/office/powerpoint/2010/main" val="30004931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ver B">
    <p:bg>
      <p:bgPr>
        <a:solidFill>
          <a:schemeClr val="accent1"/>
        </a:solidFill>
        <a:effectLst/>
      </p:bgPr>
    </p:bg>
    <p:spTree>
      <p:nvGrpSpPr>
        <p:cNvPr id="1" name=""/>
        <p:cNvGrpSpPr/>
        <p:nvPr/>
      </p:nvGrpSpPr>
      <p:grpSpPr>
        <a:xfrm>
          <a:off x="0" y="0"/>
          <a:ext cx="0" cy="0"/>
          <a:chOff x="0" y="0"/>
          <a:chExt cx="0" cy="0"/>
        </a:xfrm>
      </p:grpSpPr>
      <p:sp>
        <p:nvSpPr>
          <p:cNvPr id="36" name="Ovale 35">
            <a:extLst>
              <a:ext uri="{FF2B5EF4-FFF2-40B4-BE49-F238E27FC236}">
                <a16:creationId xmlns:a16="http://schemas.microsoft.com/office/drawing/2014/main" id="{51B3AA80-97EC-50CB-4FE0-29FF43A159AF}"/>
              </a:ext>
            </a:extLst>
          </p:cNvPr>
          <p:cNvSpPr/>
          <p:nvPr userDrawn="1"/>
        </p:nvSpPr>
        <p:spPr>
          <a:xfrm>
            <a:off x="2609" y="-5451948"/>
            <a:ext cx="10887979" cy="10887270"/>
          </a:xfrm>
          <a:prstGeom prst="ellipse">
            <a:avLst/>
          </a:prstGeom>
          <a:gradFill flip="none" rotWithShape="1">
            <a:gsLst>
              <a:gs pos="8000">
                <a:schemeClr val="tx1">
                  <a:lumMod val="0"/>
                  <a:lumOff val="100000"/>
                  <a:alpha val="31000"/>
                </a:schemeClr>
              </a:gs>
              <a:gs pos="82000">
                <a:schemeClr val="accent3">
                  <a:alpha val="2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900" dirty="0">
              <a:latin typeface="Manrope" pitchFamily="2" charset="0"/>
            </a:endParaRPr>
          </a:p>
        </p:txBody>
      </p:sp>
      <p:sp>
        <p:nvSpPr>
          <p:cNvPr id="38" name="Ovale 37">
            <a:extLst>
              <a:ext uri="{FF2B5EF4-FFF2-40B4-BE49-F238E27FC236}">
                <a16:creationId xmlns:a16="http://schemas.microsoft.com/office/drawing/2014/main" id="{0F01AAD3-5366-6929-C4BA-2E51CD3F31D4}"/>
              </a:ext>
            </a:extLst>
          </p:cNvPr>
          <p:cNvSpPr/>
          <p:nvPr userDrawn="1"/>
        </p:nvSpPr>
        <p:spPr>
          <a:xfrm rot="19314398">
            <a:off x="2609" y="5451681"/>
            <a:ext cx="10887979" cy="10887270"/>
          </a:xfrm>
          <a:prstGeom prst="ellipse">
            <a:avLst/>
          </a:prstGeom>
          <a:gradFill flip="none" rotWithShape="1">
            <a:gsLst>
              <a:gs pos="8000">
                <a:schemeClr val="tx1">
                  <a:lumMod val="0"/>
                  <a:lumOff val="100000"/>
                  <a:alpha val="31000"/>
                </a:schemeClr>
              </a:gs>
              <a:gs pos="82000">
                <a:schemeClr val="accent3">
                  <a:alpha val="2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it-IT" sz="900" dirty="0">
              <a:latin typeface="Manrope" pitchFamily="2" charset="0"/>
            </a:endParaRPr>
          </a:p>
        </p:txBody>
      </p:sp>
      <p:sp>
        <p:nvSpPr>
          <p:cNvPr id="10" name="Linea">
            <a:extLst>
              <a:ext uri="{FF2B5EF4-FFF2-40B4-BE49-F238E27FC236}">
                <a16:creationId xmlns:a16="http://schemas.microsoft.com/office/drawing/2014/main" id="{2889EA06-D03D-AD37-B610-762B18DC9D96}"/>
              </a:ext>
            </a:extLst>
          </p:cNvPr>
          <p:cNvSpPr/>
          <p:nvPr userDrawn="1"/>
        </p:nvSpPr>
        <p:spPr>
          <a:xfrm rot="10800000" flipH="1">
            <a:off x="10895557" y="1057"/>
            <a:ext cx="1" cy="6855889"/>
          </a:xfrm>
          <a:prstGeom prst="line">
            <a:avLst/>
          </a:prstGeom>
          <a:ln w="9525">
            <a:solidFill>
              <a:schemeClr val="bg1">
                <a:alpha val="25000"/>
              </a:schemeClr>
            </a:solidFill>
            <a:miter lim="400000"/>
          </a:ln>
        </p:spPr>
        <p:txBody>
          <a:bodyPr lIns="25399" tIns="25399" rIns="25399" bIns="25399" anchor="ctr"/>
          <a:lstStyle/>
          <a:p>
            <a:endParaRPr sz="1200" dirty="0">
              <a:latin typeface="Manrope" pitchFamily="2" charset="0"/>
            </a:endParaRPr>
          </a:p>
        </p:txBody>
      </p:sp>
      <p:sp>
        <p:nvSpPr>
          <p:cNvPr id="11" name="Linea">
            <a:extLst>
              <a:ext uri="{FF2B5EF4-FFF2-40B4-BE49-F238E27FC236}">
                <a16:creationId xmlns:a16="http://schemas.microsoft.com/office/drawing/2014/main" id="{1C01A8D5-245E-26D8-2ECA-82D4764647AF}"/>
              </a:ext>
            </a:extLst>
          </p:cNvPr>
          <p:cNvSpPr/>
          <p:nvPr userDrawn="1"/>
        </p:nvSpPr>
        <p:spPr>
          <a:xfrm rot="10800000">
            <a:off x="-3064" y="5436688"/>
            <a:ext cx="12198128" cy="1"/>
          </a:xfrm>
          <a:prstGeom prst="line">
            <a:avLst/>
          </a:prstGeom>
          <a:ln w="9525">
            <a:solidFill>
              <a:schemeClr val="bg1">
                <a:alpha val="25000"/>
              </a:schemeClr>
            </a:solidFill>
            <a:miter lim="400000"/>
          </a:ln>
        </p:spPr>
        <p:txBody>
          <a:bodyPr lIns="25399" tIns="25399" rIns="25399" bIns="25399" anchor="ctr"/>
          <a:lstStyle/>
          <a:p>
            <a:endParaRPr sz="1200" dirty="0">
              <a:latin typeface="Manrope" pitchFamily="2" charset="0"/>
            </a:endParaRPr>
          </a:p>
        </p:txBody>
      </p:sp>
      <p:sp>
        <p:nvSpPr>
          <p:cNvPr id="24" name="Titolo 5">
            <a:extLst>
              <a:ext uri="{FF2B5EF4-FFF2-40B4-BE49-F238E27FC236}">
                <a16:creationId xmlns:a16="http://schemas.microsoft.com/office/drawing/2014/main" id="{7A3C36CA-9D5D-490C-3E31-571AF7EC542E}"/>
              </a:ext>
            </a:extLst>
          </p:cNvPr>
          <p:cNvSpPr>
            <a:spLocks noGrp="1"/>
          </p:cNvSpPr>
          <p:nvPr>
            <p:ph type="title" hasCustomPrompt="1"/>
          </p:nvPr>
        </p:nvSpPr>
        <p:spPr>
          <a:xfrm>
            <a:off x="593376" y="2970949"/>
            <a:ext cx="10297220" cy="1979441"/>
          </a:xfrm>
          <a:prstGeom prst="rect">
            <a:avLst/>
          </a:prstGeom>
        </p:spPr>
        <p:txBody>
          <a:bodyPr lIns="0" tIns="360000" rIns="0" bIns="0" anchor="b"/>
          <a:lstStyle>
            <a:lvl1pPr>
              <a:defRPr>
                <a:solidFill>
                  <a:schemeClr val="tx2"/>
                </a:solidFill>
              </a:defRPr>
            </a:lvl1pPr>
          </a:lstStyle>
          <a:p>
            <a:r>
              <a:rPr lang="it-IT" dirty="0"/>
              <a:t>Inserire titolo</a:t>
            </a:r>
            <a:br>
              <a:rPr lang="it-IT" dirty="0"/>
            </a:br>
            <a:r>
              <a:rPr lang="it-IT" dirty="0"/>
              <a:t>Presentazione</a:t>
            </a:r>
          </a:p>
        </p:txBody>
      </p:sp>
      <p:sp>
        <p:nvSpPr>
          <p:cNvPr id="25" name="Tema / Titolo / Docente  |  00. 00. 0000">
            <a:extLst>
              <a:ext uri="{FF2B5EF4-FFF2-40B4-BE49-F238E27FC236}">
                <a16:creationId xmlns:a16="http://schemas.microsoft.com/office/drawing/2014/main" id="{A4A528BE-7AD2-13B5-15DC-484153FDCFB1}"/>
              </a:ext>
            </a:extLst>
          </p:cNvPr>
          <p:cNvSpPr txBox="1">
            <a:spLocks noGrp="1"/>
          </p:cNvSpPr>
          <p:nvPr>
            <p:ph type="body" sz="quarter" idx="21" hasCustomPrompt="1"/>
          </p:nvPr>
        </p:nvSpPr>
        <p:spPr>
          <a:xfrm>
            <a:off x="600710" y="5929933"/>
            <a:ext cx="4078060" cy="318490"/>
          </a:xfrm>
          <a:prstGeom prst="rect">
            <a:avLst/>
          </a:prstGeom>
        </p:spPr>
        <p:txBody>
          <a:bodyPr lIns="45719" tIns="45719" rIns="45719" bIns="45719">
            <a:noAutofit/>
          </a:bodyPr>
          <a:lstStyle>
            <a:lvl1pPr marL="0" indent="0">
              <a:lnSpc>
                <a:spcPct val="100000"/>
              </a:lnSpc>
              <a:buNone/>
              <a:defRPr sz="1200">
                <a:solidFill>
                  <a:schemeClr val="tx2"/>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dirty="0"/>
              <a:t>00. 00. 0000  |  Relatore</a:t>
            </a:r>
          </a:p>
        </p:txBody>
      </p:sp>
      <p:pic>
        <p:nvPicPr>
          <p:cNvPr id="8" name="Elemento grafico 7">
            <a:extLst>
              <a:ext uri="{FF2B5EF4-FFF2-40B4-BE49-F238E27FC236}">
                <a16:creationId xmlns:a16="http://schemas.microsoft.com/office/drawing/2014/main" id="{97497A94-3915-43C2-A787-1F8CA563134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7559" y="558879"/>
            <a:ext cx="3790500" cy="684000"/>
          </a:xfrm>
          <a:prstGeom prst="rect">
            <a:avLst/>
          </a:prstGeom>
        </p:spPr>
      </p:pic>
    </p:spTree>
    <p:extLst>
      <p:ext uri="{BB962C8B-B14F-4D97-AF65-F5344CB8AC3E}">
        <p14:creationId xmlns:p14="http://schemas.microsoft.com/office/powerpoint/2010/main" val="31891235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ver C">
    <p:bg>
      <p:bgPr>
        <a:solidFill>
          <a:schemeClr val="accent1"/>
        </a:solidFill>
        <a:effectLst/>
      </p:bgPr>
    </p:bg>
    <p:spTree>
      <p:nvGrpSpPr>
        <p:cNvPr id="1" name=""/>
        <p:cNvGrpSpPr/>
        <p:nvPr/>
      </p:nvGrpSpPr>
      <p:grpSpPr>
        <a:xfrm>
          <a:off x="0" y="0"/>
          <a:ext cx="0" cy="0"/>
          <a:chOff x="0" y="0"/>
          <a:chExt cx="0" cy="0"/>
        </a:xfrm>
      </p:grpSpPr>
      <p:sp>
        <p:nvSpPr>
          <p:cNvPr id="21" name="Cerchio">
            <a:extLst>
              <a:ext uri="{FF2B5EF4-FFF2-40B4-BE49-F238E27FC236}">
                <a16:creationId xmlns:a16="http://schemas.microsoft.com/office/drawing/2014/main" id="{F49B6777-38FB-492E-ACF9-3096EC4AF0AE}"/>
              </a:ext>
            </a:extLst>
          </p:cNvPr>
          <p:cNvSpPr/>
          <p:nvPr userDrawn="1"/>
        </p:nvSpPr>
        <p:spPr>
          <a:xfrm rot="10800000">
            <a:off x="7559560" y="-2130267"/>
            <a:ext cx="4010432" cy="4010171"/>
          </a:xfrm>
          <a:prstGeom prst="ellipse">
            <a:avLst/>
          </a:prstGeom>
          <a:gradFill flip="none" rotWithShape="1">
            <a:gsLst>
              <a:gs pos="14000">
                <a:schemeClr val="accent2"/>
              </a:gs>
              <a:gs pos="13661">
                <a:srgbClr val="8896A9">
                  <a:alpha val="15184"/>
                </a:srgbClr>
              </a:gs>
              <a:gs pos="100000">
                <a:schemeClr val="accent1">
                  <a:alpha val="0"/>
                </a:schemeClr>
              </a:gs>
            </a:gsLst>
            <a:path path="circle">
              <a:fillToRect l="100000" t="100000"/>
            </a:path>
            <a:tileRect r="-100000" b="-100000"/>
          </a:gradFill>
          <a:ln w="12700">
            <a:miter lim="400000"/>
          </a:ln>
        </p:spPr>
        <p:txBody>
          <a:bodyPr lIns="25400" tIns="25400" rIns="25400" bIns="25400" anchor="ctr"/>
          <a:lstStyle/>
          <a:p>
            <a:pPr lvl="0" algn="ctr" defTabSz="412756"/>
            <a:endParaRPr sz="1600" b="0" i="0" dirty="0">
              <a:solidFill>
                <a:srgbClr val="FFFFFF"/>
              </a:solidFill>
              <a:latin typeface="Manrope" pitchFamily="2" charset="0"/>
              <a:cs typeface="Arial" panose="020B0604020202020204" pitchFamily="34" charset="0"/>
            </a:endParaRPr>
          </a:p>
        </p:txBody>
      </p:sp>
      <p:sp>
        <p:nvSpPr>
          <p:cNvPr id="32" name="Cerchio">
            <a:extLst>
              <a:ext uri="{FF2B5EF4-FFF2-40B4-BE49-F238E27FC236}">
                <a16:creationId xmlns:a16="http://schemas.microsoft.com/office/drawing/2014/main" id="{A6756836-4360-4832-91E9-DC1FED362D89}"/>
              </a:ext>
            </a:extLst>
          </p:cNvPr>
          <p:cNvSpPr/>
          <p:nvPr userDrawn="1"/>
        </p:nvSpPr>
        <p:spPr>
          <a:xfrm>
            <a:off x="7559560" y="1879907"/>
            <a:ext cx="4010432" cy="4010171"/>
          </a:xfrm>
          <a:prstGeom prst="ellipse">
            <a:avLst/>
          </a:prstGeom>
          <a:gradFill flip="none" rotWithShape="1">
            <a:gsLst>
              <a:gs pos="14000">
                <a:schemeClr val="accent2"/>
              </a:gs>
              <a:gs pos="13661">
                <a:srgbClr val="8896A9">
                  <a:alpha val="15184"/>
                </a:srgbClr>
              </a:gs>
              <a:gs pos="100000">
                <a:schemeClr val="accent1">
                  <a:alpha val="0"/>
                </a:schemeClr>
              </a:gs>
            </a:gsLst>
            <a:path path="circle">
              <a:fillToRect l="100000" t="100000"/>
            </a:path>
            <a:tileRect r="-100000" b="-100000"/>
          </a:gradFill>
          <a:ln w="12700">
            <a:miter lim="400000"/>
          </a:ln>
        </p:spPr>
        <p:txBody>
          <a:bodyPr lIns="25400" tIns="25400" rIns="25400" bIns="25400" anchor="ctr"/>
          <a:lstStyle/>
          <a:p>
            <a:pPr lvl="0" algn="ctr" defTabSz="412756"/>
            <a:endParaRPr sz="1600" b="0" i="0" dirty="0">
              <a:solidFill>
                <a:srgbClr val="FFFFFF"/>
              </a:solidFill>
              <a:latin typeface="Manrope" pitchFamily="2" charset="0"/>
              <a:cs typeface="Arial" panose="020B0604020202020204" pitchFamily="34" charset="0"/>
            </a:endParaRPr>
          </a:p>
        </p:txBody>
      </p:sp>
      <p:cxnSp>
        <p:nvCxnSpPr>
          <p:cNvPr id="33" name="Connettore diritto 32">
            <a:extLst>
              <a:ext uri="{FF2B5EF4-FFF2-40B4-BE49-F238E27FC236}">
                <a16:creationId xmlns:a16="http://schemas.microsoft.com/office/drawing/2014/main" id="{21D738D7-7E88-4675-A0EF-E3BAD613F5D5}"/>
              </a:ext>
            </a:extLst>
          </p:cNvPr>
          <p:cNvCxnSpPr>
            <a:cxnSpLocks/>
          </p:cNvCxnSpPr>
          <p:nvPr userDrawn="1"/>
        </p:nvCxnSpPr>
        <p:spPr>
          <a:xfrm>
            <a:off x="11569992" y="-973483"/>
            <a:ext cx="0" cy="685800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Connettore diritto 53">
            <a:extLst>
              <a:ext uri="{FF2B5EF4-FFF2-40B4-BE49-F238E27FC236}">
                <a16:creationId xmlns:a16="http://schemas.microsoft.com/office/drawing/2014/main" id="{F9039971-82D3-47A9-A22B-57F88091170C}"/>
              </a:ext>
            </a:extLst>
          </p:cNvPr>
          <p:cNvCxnSpPr>
            <a:cxnSpLocks/>
          </p:cNvCxnSpPr>
          <p:nvPr userDrawn="1"/>
        </p:nvCxnSpPr>
        <p:spPr>
          <a:xfrm>
            <a:off x="7559558" y="-973483"/>
            <a:ext cx="0" cy="685800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Connettore diritto 54">
            <a:extLst>
              <a:ext uri="{FF2B5EF4-FFF2-40B4-BE49-F238E27FC236}">
                <a16:creationId xmlns:a16="http://schemas.microsoft.com/office/drawing/2014/main" id="{646E7D75-6D87-4823-9E66-BDAA6D07313A}"/>
              </a:ext>
            </a:extLst>
          </p:cNvPr>
          <p:cNvCxnSpPr>
            <a:cxnSpLocks/>
          </p:cNvCxnSpPr>
          <p:nvPr userDrawn="1"/>
        </p:nvCxnSpPr>
        <p:spPr>
          <a:xfrm>
            <a:off x="0" y="1879907"/>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
        <p:nvSpPr>
          <p:cNvPr id="65" name="Rettangolo 64">
            <a:extLst>
              <a:ext uri="{FF2B5EF4-FFF2-40B4-BE49-F238E27FC236}">
                <a16:creationId xmlns:a16="http://schemas.microsoft.com/office/drawing/2014/main" id="{95083A4B-2A26-4CCF-B4B8-B51A5F24B936}"/>
              </a:ext>
            </a:extLst>
          </p:cNvPr>
          <p:cNvSpPr/>
          <p:nvPr userDrawn="1"/>
        </p:nvSpPr>
        <p:spPr>
          <a:xfrm>
            <a:off x="-16626" y="5892398"/>
            <a:ext cx="12240000" cy="9777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6" name="Rettangolo 65">
            <a:extLst>
              <a:ext uri="{FF2B5EF4-FFF2-40B4-BE49-F238E27FC236}">
                <a16:creationId xmlns:a16="http://schemas.microsoft.com/office/drawing/2014/main" id="{839B836B-B822-466B-A7CA-DC8F8774BA2F}"/>
              </a:ext>
            </a:extLst>
          </p:cNvPr>
          <p:cNvSpPr/>
          <p:nvPr userDrawn="1"/>
        </p:nvSpPr>
        <p:spPr>
          <a:xfrm>
            <a:off x="8242773" y="6120966"/>
            <a:ext cx="504000" cy="50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67" name="Connettore diritto 66">
            <a:extLst>
              <a:ext uri="{FF2B5EF4-FFF2-40B4-BE49-F238E27FC236}">
                <a16:creationId xmlns:a16="http://schemas.microsoft.com/office/drawing/2014/main" id="{65BA256A-995C-40CD-9FAA-62097765DD64}"/>
              </a:ext>
            </a:extLst>
          </p:cNvPr>
          <p:cNvCxnSpPr>
            <a:cxnSpLocks/>
          </p:cNvCxnSpPr>
          <p:nvPr userDrawn="1"/>
        </p:nvCxnSpPr>
        <p:spPr>
          <a:xfrm>
            <a:off x="6750850" y="6120966"/>
            <a:ext cx="0" cy="50400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68" name="Tema / Titolo / Docente  |  00. 00. 0000">
            <a:extLst>
              <a:ext uri="{FF2B5EF4-FFF2-40B4-BE49-F238E27FC236}">
                <a16:creationId xmlns:a16="http://schemas.microsoft.com/office/drawing/2014/main" id="{82ED4769-39BA-4537-9991-85129B21B286}"/>
              </a:ext>
            </a:extLst>
          </p:cNvPr>
          <p:cNvSpPr txBox="1">
            <a:spLocks noGrp="1"/>
          </p:cNvSpPr>
          <p:nvPr>
            <p:ph type="body" sz="quarter" idx="26" hasCustomPrompt="1"/>
          </p:nvPr>
        </p:nvSpPr>
        <p:spPr>
          <a:xfrm>
            <a:off x="7416483" y="6260516"/>
            <a:ext cx="524076" cy="272997"/>
          </a:xfrm>
          <a:prstGeom prst="rect">
            <a:avLst/>
          </a:prstGeom>
        </p:spPr>
        <p:txBody>
          <a:bodyPr lIns="45719" tIns="45719" rIns="45719" bIns="45719">
            <a:noAutofit/>
          </a:bodyPr>
          <a:lstStyle>
            <a:lvl1pPr marL="0" indent="0" algn="ctr">
              <a:lnSpc>
                <a:spcPct val="100000"/>
              </a:lnSpc>
              <a:buNone/>
              <a:defRPr sz="1400" b="0">
                <a:solidFill>
                  <a:schemeClr val="bg1">
                    <a:lumMod val="85000"/>
                  </a:schemeClr>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dirty="0"/>
              <a:t>Logo</a:t>
            </a:r>
          </a:p>
        </p:txBody>
      </p:sp>
      <p:sp>
        <p:nvSpPr>
          <p:cNvPr id="69" name="Esagono 68">
            <a:extLst>
              <a:ext uri="{FF2B5EF4-FFF2-40B4-BE49-F238E27FC236}">
                <a16:creationId xmlns:a16="http://schemas.microsoft.com/office/drawing/2014/main" id="{9931005F-2EBD-4297-932B-B27886A3DA40}"/>
              </a:ext>
            </a:extLst>
          </p:cNvPr>
          <p:cNvSpPr/>
          <p:nvPr userDrawn="1"/>
        </p:nvSpPr>
        <p:spPr>
          <a:xfrm rot="16200000">
            <a:off x="10649167" y="6156966"/>
            <a:ext cx="504000" cy="432000"/>
          </a:xfrm>
          <a:prstGeom prst="hexag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0" name="Tema / Titolo / Docente  |  00. 00. 0000">
            <a:extLst>
              <a:ext uri="{FF2B5EF4-FFF2-40B4-BE49-F238E27FC236}">
                <a16:creationId xmlns:a16="http://schemas.microsoft.com/office/drawing/2014/main" id="{F9E4E19B-BB62-48DA-A23E-99D77FE88030}"/>
              </a:ext>
            </a:extLst>
          </p:cNvPr>
          <p:cNvSpPr txBox="1">
            <a:spLocks noGrp="1"/>
          </p:cNvSpPr>
          <p:nvPr>
            <p:ph type="body" sz="quarter" idx="27" hasCustomPrompt="1"/>
          </p:nvPr>
        </p:nvSpPr>
        <p:spPr>
          <a:xfrm>
            <a:off x="8779709" y="6260516"/>
            <a:ext cx="524076" cy="272997"/>
          </a:xfrm>
          <a:prstGeom prst="rect">
            <a:avLst/>
          </a:prstGeom>
        </p:spPr>
        <p:txBody>
          <a:bodyPr lIns="45719" tIns="45719" rIns="45719" bIns="45719">
            <a:noAutofit/>
          </a:bodyPr>
          <a:lstStyle>
            <a:lvl1pPr marL="0" indent="0" algn="ctr">
              <a:lnSpc>
                <a:spcPct val="100000"/>
              </a:lnSpc>
              <a:buNone/>
              <a:defRPr sz="1400" b="0">
                <a:solidFill>
                  <a:schemeClr val="bg1">
                    <a:lumMod val="85000"/>
                  </a:schemeClr>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dirty="0"/>
              <a:t>Logo</a:t>
            </a:r>
          </a:p>
        </p:txBody>
      </p:sp>
      <p:sp>
        <p:nvSpPr>
          <p:cNvPr id="71" name="Tema / Titolo / Docente  |  00. 00. 0000">
            <a:extLst>
              <a:ext uri="{FF2B5EF4-FFF2-40B4-BE49-F238E27FC236}">
                <a16:creationId xmlns:a16="http://schemas.microsoft.com/office/drawing/2014/main" id="{8FD99D0A-FA37-4C96-9876-1A1C520167AB}"/>
              </a:ext>
            </a:extLst>
          </p:cNvPr>
          <p:cNvSpPr txBox="1">
            <a:spLocks noGrp="1"/>
          </p:cNvSpPr>
          <p:nvPr>
            <p:ph type="body" sz="quarter" idx="28" hasCustomPrompt="1"/>
          </p:nvPr>
        </p:nvSpPr>
        <p:spPr>
          <a:xfrm>
            <a:off x="11150198" y="6260516"/>
            <a:ext cx="524076" cy="272997"/>
          </a:xfrm>
          <a:prstGeom prst="rect">
            <a:avLst/>
          </a:prstGeom>
        </p:spPr>
        <p:txBody>
          <a:bodyPr lIns="45719" tIns="45719" rIns="45719" bIns="45719">
            <a:noAutofit/>
          </a:bodyPr>
          <a:lstStyle>
            <a:lvl1pPr marL="0" indent="0" algn="ctr">
              <a:lnSpc>
                <a:spcPct val="100000"/>
              </a:lnSpc>
              <a:buNone/>
              <a:defRPr sz="1400" b="0">
                <a:solidFill>
                  <a:schemeClr val="bg1">
                    <a:lumMod val="85000"/>
                  </a:schemeClr>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dirty="0"/>
              <a:t>Logo</a:t>
            </a:r>
          </a:p>
        </p:txBody>
      </p:sp>
      <p:sp>
        <p:nvSpPr>
          <p:cNvPr id="73" name="Segnaposto testo 3">
            <a:extLst>
              <a:ext uri="{FF2B5EF4-FFF2-40B4-BE49-F238E27FC236}">
                <a16:creationId xmlns:a16="http://schemas.microsoft.com/office/drawing/2014/main" id="{EB8AABFF-5473-4EEC-A507-EA866E0A5D54}"/>
              </a:ext>
            </a:extLst>
          </p:cNvPr>
          <p:cNvSpPr>
            <a:spLocks noGrp="1"/>
          </p:cNvSpPr>
          <p:nvPr>
            <p:ph type="body" sz="quarter" idx="29" hasCustomPrompt="1"/>
          </p:nvPr>
        </p:nvSpPr>
        <p:spPr>
          <a:xfrm>
            <a:off x="5961669" y="6207246"/>
            <a:ext cx="674660" cy="270931"/>
          </a:xfrm>
        </p:spPr>
        <p:txBody>
          <a:bodyPr>
            <a:normAutofit/>
          </a:bodyPr>
          <a:lstStyle>
            <a:lvl1pPr algn="r">
              <a:defRPr sz="900" b="1">
                <a:solidFill>
                  <a:schemeClr val="tx2"/>
                </a:solidFill>
              </a:defRPr>
            </a:lvl1pPr>
          </a:lstStyle>
          <a:p>
            <a:pPr lvl="0"/>
            <a:r>
              <a:rPr lang="it-IT" dirty="0"/>
              <a:t>Dicitura 01</a:t>
            </a:r>
          </a:p>
        </p:txBody>
      </p:sp>
      <p:sp>
        <p:nvSpPr>
          <p:cNvPr id="74" name="Triangolo isoscele 73">
            <a:extLst>
              <a:ext uri="{FF2B5EF4-FFF2-40B4-BE49-F238E27FC236}">
                <a16:creationId xmlns:a16="http://schemas.microsoft.com/office/drawing/2014/main" id="{82E17973-0F59-4CE4-86FC-85A2315055A9}"/>
              </a:ext>
            </a:extLst>
          </p:cNvPr>
          <p:cNvSpPr/>
          <p:nvPr userDrawn="1"/>
        </p:nvSpPr>
        <p:spPr>
          <a:xfrm>
            <a:off x="6983179" y="6120966"/>
            <a:ext cx="504000" cy="504000"/>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75" name="Connettore diritto 74">
            <a:extLst>
              <a:ext uri="{FF2B5EF4-FFF2-40B4-BE49-F238E27FC236}">
                <a16:creationId xmlns:a16="http://schemas.microsoft.com/office/drawing/2014/main" id="{AF281282-AF83-4D6B-A640-08D9E64A6738}"/>
              </a:ext>
            </a:extLst>
          </p:cNvPr>
          <p:cNvCxnSpPr>
            <a:cxnSpLocks/>
          </p:cNvCxnSpPr>
          <p:nvPr userDrawn="1"/>
        </p:nvCxnSpPr>
        <p:spPr>
          <a:xfrm>
            <a:off x="10480093" y="6120966"/>
            <a:ext cx="0" cy="50400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76" name="Segnaposto testo 3">
            <a:extLst>
              <a:ext uri="{FF2B5EF4-FFF2-40B4-BE49-F238E27FC236}">
                <a16:creationId xmlns:a16="http://schemas.microsoft.com/office/drawing/2014/main" id="{1BEB8747-1E06-4A47-8E5E-B59E250969B9}"/>
              </a:ext>
            </a:extLst>
          </p:cNvPr>
          <p:cNvSpPr>
            <a:spLocks noGrp="1"/>
          </p:cNvSpPr>
          <p:nvPr>
            <p:ph type="body" sz="quarter" idx="30" hasCustomPrompt="1"/>
          </p:nvPr>
        </p:nvSpPr>
        <p:spPr>
          <a:xfrm>
            <a:off x="9690912" y="6207246"/>
            <a:ext cx="674660" cy="270931"/>
          </a:xfrm>
        </p:spPr>
        <p:txBody>
          <a:bodyPr>
            <a:normAutofit/>
          </a:bodyPr>
          <a:lstStyle>
            <a:lvl1pPr algn="r">
              <a:defRPr sz="900" b="1">
                <a:solidFill>
                  <a:schemeClr val="tx2"/>
                </a:solidFill>
              </a:defRPr>
            </a:lvl1pPr>
          </a:lstStyle>
          <a:p>
            <a:pPr lvl="0"/>
            <a:r>
              <a:rPr lang="it-IT" dirty="0"/>
              <a:t>Dicitura 01</a:t>
            </a:r>
          </a:p>
        </p:txBody>
      </p:sp>
      <p:sp>
        <p:nvSpPr>
          <p:cNvPr id="53" name="Tema / Titolo / Docente  |  00. 00. 0000">
            <a:extLst>
              <a:ext uri="{FF2B5EF4-FFF2-40B4-BE49-F238E27FC236}">
                <a16:creationId xmlns:a16="http://schemas.microsoft.com/office/drawing/2014/main" id="{21E39AD4-D17D-DA18-8557-753A1598EDBB}"/>
              </a:ext>
            </a:extLst>
          </p:cNvPr>
          <p:cNvSpPr txBox="1">
            <a:spLocks noGrp="1"/>
          </p:cNvSpPr>
          <p:nvPr>
            <p:ph type="body" sz="quarter" idx="21" hasCustomPrompt="1"/>
          </p:nvPr>
        </p:nvSpPr>
        <p:spPr>
          <a:xfrm>
            <a:off x="600710" y="494701"/>
            <a:ext cx="4078060" cy="318490"/>
          </a:xfrm>
          <a:prstGeom prst="rect">
            <a:avLst/>
          </a:prstGeom>
        </p:spPr>
        <p:txBody>
          <a:bodyPr lIns="45719" tIns="45719" rIns="45719" bIns="45719">
            <a:noAutofit/>
          </a:bodyPr>
          <a:lstStyle>
            <a:lvl1pPr marL="0" indent="0">
              <a:lnSpc>
                <a:spcPct val="100000"/>
              </a:lnSpc>
              <a:buNone/>
              <a:defRPr sz="1200">
                <a:solidFill>
                  <a:schemeClr val="tx2"/>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dirty="0"/>
              <a:t>00. 00. 0000  |  Relatore</a:t>
            </a:r>
          </a:p>
        </p:txBody>
      </p:sp>
      <p:sp>
        <p:nvSpPr>
          <p:cNvPr id="52" name="Titolo 5">
            <a:extLst>
              <a:ext uri="{FF2B5EF4-FFF2-40B4-BE49-F238E27FC236}">
                <a16:creationId xmlns:a16="http://schemas.microsoft.com/office/drawing/2014/main" id="{FAD942FF-4AE3-BA4F-0D20-F8F6CDA75DBC}"/>
              </a:ext>
            </a:extLst>
          </p:cNvPr>
          <p:cNvSpPr>
            <a:spLocks noGrp="1"/>
          </p:cNvSpPr>
          <p:nvPr>
            <p:ph type="title" hasCustomPrompt="1"/>
          </p:nvPr>
        </p:nvSpPr>
        <p:spPr>
          <a:xfrm>
            <a:off x="603287" y="1873912"/>
            <a:ext cx="6956270" cy="2324100"/>
          </a:xfrm>
          <a:prstGeom prst="rect">
            <a:avLst/>
          </a:prstGeom>
        </p:spPr>
        <p:txBody>
          <a:bodyPr lIns="0" tIns="360000" rIns="0" bIns="0" anchor="t"/>
          <a:lstStyle>
            <a:lvl1pPr>
              <a:defRPr>
                <a:solidFill>
                  <a:schemeClr val="tx2"/>
                </a:solidFill>
              </a:defRPr>
            </a:lvl1pPr>
          </a:lstStyle>
          <a:p>
            <a:r>
              <a:rPr lang="it-IT" dirty="0"/>
              <a:t>Inserire titolo</a:t>
            </a:r>
          </a:p>
        </p:txBody>
      </p:sp>
      <p:pic>
        <p:nvPicPr>
          <p:cNvPr id="20" name="Elemento grafico 19">
            <a:extLst>
              <a:ext uri="{FF2B5EF4-FFF2-40B4-BE49-F238E27FC236}">
                <a16:creationId xmlns:a16="http://schemas.microsoft.com/office/drawing/2014/main" id="{3DC26010-DB7A-4B2C-B908-152F54EF01B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17726" y="6134792"/>
            <a:ext cx="2992500" cy="540000"/>
          </a:xfrm>
          <a:prstGeom prst="rect">
            <a:avLst/>
          </a:prstGeom>
        </p:spPr>
      </p:pic>
    </p:spTree>
    <p:extLst>
      <p:ext uri="{BB962C8B-B14F-4D97-AF65-F5344CB8AC3E}">
        <p14:creationId xmlns:p14="http://schemas.microsoft.com/office/powerpoint/2010/main" val="10843974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ver D">
    <p:bg>
      <p:bgPr>
        <a:solidFill>
          <a:schemeClr val="accent1"/>
        </a:solidFill>
        <a:effectLst/>
      </p:bgPr>
    </p:bg>
    <p:spTree>
      <p:nvGrpSpPr>
        <p:cNvPr id="1" name=""/>
        <p:cNvGrpSpPr/>
        <p:nvPr/>
      </p:nvGrpSpPr>
      <p:grpSpPr>
        <a:xfrm>
          <a:off x="0" y="0"/>
          <a:ext cx="0" cy="0"/>
          <a:chOff x="0" y="0"/>
          <a:chExt cx="0" cy="0"/>
        </a:xfrm>
      </p:grpSpPr>
      <p:sp>
        <p:nvSpPr>
          <p:cNvPr id="27" name="Ovale 26">
            <a:extLst>
              <a:ext uri="{FF2B5EF4-FFF2-40B4-BE49-F238E27FC236}">
                <a16:creationId xmlns:a16="http://schemas.microsoft.com/office/drawing/2014/main" id="{3660D8AF-E5B8-4BEC-B9C7-E7F4AA7B4124}"/>
              </a:ext>
            </a:extLst>
          </p:cNvPr>
          <p:cNvSpPr/>
          <p:nvPr userDrawn="1"/>
        </p:nvSpPr>
        <p:spPr>
          <a:xfrm>
            <a:off x="2609" y="1424519"/>
            <a:ext cx="10887979" cy="10887270"/>
          </a:xfrm>
          <a:prstGeom prst="ellipse">
            <a:avLst/>
          </a:prstGeom>
          <a:gradFill flip="none" rotWithShape="1">
            <a:gsLst>
              <a:gs pos="38000">
                <a:schemeClr val="tx1">
                  <a:lumMod val="0"/>
                  <a:lumOff val="100000"/>
                  <a:alpha val="45000"/>
                </a:schemeClr>
              </a:gs>
              <a:gs pos="82000">
                <a:schemeClr val="accent3">
                  <a:alpha val="2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it-IT" sz="900" dirty="0">
              <a:latin typeface="Manrope" pitchFamily="2" charset="0"/>
            </a:endParaRPr>
          </a:p>
        </p:txBody>
      </p:sp>
      <p:sp>
        <p:nvSpPr>
          <p:cNvPr id="51" name="Ovale 50">
            <a:extLst>
              <a:ext uri="{FF2B5EF4-FFF2-40B4-BE49-F238E27FC236}">
                <a16:creationId xmlns:a16="http://schemas.microsoft.com/office/drawing/2014/main" id="{485EA396-F5B1-4D22-BDB2-B638B93E29B1}"/>
              </a:ext>
            </a:extLst>
          </p:cNvPr>
          <p:cNvSpPr/>
          <p:nvPr userDrawn="1"/>
        </p:nvSpPr>
        <p:spPr>
          <a:xfrm>
            <a:off x="2609" y="-9484154"/>
            <a:ext cx="10887979" cy="10887270"/>
          </a:xfrm>
          <a:prstGeom prst="ellipse">
            <a:avLst/>
          </a:prstGeom>
          <a:gradFill flip="none" rotWithShape="1">
            <a:gsLst>
              <a:gs pos="38000">
                <a:schemeClr val="tx1">
                  <a:lumMod val="0"/>
                  <a:lumOff val="100000"/>
                  <a:alpha val="45000"/>
                </a:schemeClr>
              </a:gs>
              <a:gs pos="82000">
                <a:schemeClr val="accent3">
                  <a:alpha val="2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900" dirty="0">
              <a:latin typeface="Manrope" pitchFamily="2" charset="0"/>
            </a:endParaRPr>
          </a:p>
        </p:txBody>
      </p:sp>
      <p:sp>
        <p:nvSpPr>
          <p:cNvPr id="29" name="Linea">
            <a:extLst>
              <a:ext uri="{FF2B5EF4-FFF2-40B4-BE49-F238E27FC236}">
                <a16:creationId xmlns:a16="http://schemas.microsoft.com/office/drawing/2014/main" id="{6958CE40-0469-4F4F-B2A3-16FC46F1EE78}"/>
              </a:ext>
            </a:extLst>
          </p:cNvPr>
          <p:cNvSpPr/>
          <p:nvPr userDrawn="1"/>
        </p:nvSpPr>
        <p:spPr>
          <a:xfrm>
            <a:off x="0" y="1416971"/>
            <a:ext cx="12192795" cy="0"/>
          </a:xfrm>
          <a:prstGeom prst="line">
            <a:avLst/>
          </a:prstGeom>
          <a:ln w="9525">
            <a:solidFill>
              <a:schemeClr val="bg1">
                <a:alpha val="25000"/>
              </a:schemeClr>
            </a:solidFill>
            <a:miter lim="400000"/>
          </a:ln>
        </p:spPr>
        <p:txBody>
          <a:bodyPr lIns="25400" tIns="25400" rIns="25400" bIns="25400" anchor="ctr"/>
          <a:lstStyle/>
          <a:p>
            <a:endParaRPr sz="338" dirty="0">
              <a:latin typeface="Manrope" pitchFamily="2" charset="0"/>
            </a:endParaRPr>
          </a:p>
        </p:txBody>
      </p:sp>
      <p:sp>
        <p:nvSpPr>
          <p:cNvPr id="30" name="Linea">
            <a:extLst>
              <a:ext uri="{FF2B5EF4-FFF2-40B4-BE49-F238E27FC236}">
                <a16:creationId xmlns:a16="http://schemas.microsoft.com/office/drawing/2014/main" id="{6D745DF5-35F2-4521-823F-7D14073A97E9}"/>
              </a:ext>
            </a:extLst>
          </p:cNvPr>
          <p:cNvSpPr/>
          <p:nvPr userDrawn="1"/>
        </p:nvSpPr>
        <p:spPr>
          <a:xfrm rot="10800000" flipH="1">
            <a:off x="10895557" y="-1590"/>
            <a:ext cx="1" cy="6855889"/>
          </a:xfrm>
          <a:prstGeom prst="line">
            <a:avLst/>
          </a:prstGeom>
          <a:ln w="9525">
            <a:solidFill>
              <a:schemeClr val="bg1">
                <a:alpha val="25000"/>
              </a:schemeClr>
            </a:solidFill>
            <a:miter lim="400000"/>
          </a:ln>
        </p:spPr>
        <p:txBody>
          <a:bodyPr lIns="25399" tIns="25399" rIns="25399" bIns="25399" anchor="ctr"/>
          <a:lstStyle/>
          <a:p>
            <a:endParaRPr sz="1200" dirty="0">
              <a:latin typeface="Manrope" pitchFamily="2" charset="0"/>
            </a:endParaRPr>
          </a:p>
        </p:txBody>
      </p:sp>
      <p:sp>
        <p:nvSpPr>
          <p:cNvPr id="52" name="Titolo 5">
            <a:extLst>
              <a:ext uri="{FF2B5EF4-FFF2-40B4-BE49-F238E27FC236}">
                <a16:creationId xmlns:a16="http://schemas.microsoft.com/office/drawing/2014/main" id="{FAD942FF-4AE3-BA4F-0D20-F8F6CDA75DBC}"/>
              </a:ext>
            </a:extLst>
          </p:cNvPr>
          <p:cNvSpPr>
            <a:spLocks noGrp="1"/>
          </p:cNvSpPr>
          <p:nvPr userDrawn="1">
            <p:ph type="title" hasCustomPrompt="1"/>
          </p:nvPr>
        </p:nvSpPr>
        <p:spPr>
          <a:xfrm>
            <a:off x="603287" y="1873912"/>
            <a:ext cx="10306536" cy="2324100"/>
          </a:xfrm>
          <a:prstGeom prst="rect">
            <a:avLst/>
          </a:prstGeom>
        </p:spPr>
        <p:txBody>
          <a:bodyPr lIns="0" tIns="360000" rIns="0" bIns="0" anchor="t"/>
          <a:lstStyle>
            <a:lvl1pPr>
              <a:defRPr>
                <a:solidFill>
                  <a:schemeClr val="tx2"/>
                </a:solidFill>
              </a:defRPr>
            </a:lvl1pPr>
          </a:lstStyle>
          <a:p>
            <a:r>
              <a:rPr lang="it-IT" dirty="0"/>
              <a:t>Inserire titolo</a:t>
            </a:r>
          </a:p>
        </p:txBody>
      </p:sp>
      <p:sp>
        <p:nvSpPr>
          <p:cNvPr id="53" name="Tema / Titolo / Docente  |  00. 00. 0000">
            <a:extLst>
              <a:ext uri="{FF2B5EF4-FFF2-40B4-BE49-F238E27FC236}">
                <a16:creationId xmlns:a16="http://schemas.microsoft.com/office/drawing/2014/main" id="{21E39AD4-D17D-DA18-8557-753A1598EDBB}"/>
              </a:ext>
            </a:extLst>
          </p:cNvPr>
          <p:cNvSpPr txBox="1">
            <a:spLocks noGrp="1"/>
          </p:cNvSpPr>
          <p:nvPr userDrawn="1">
            <p:ph type="body" sz="quarter" idx="21" hasCustomPrompt="1"/>
          </p:nvPr>
        </p:nvSpPr>
        <p:spPr>
          <a:xfrm>
            <a:off x="600710" y="494701"/>
            <a:ext cx="4078060" cy="318490"/>
          </a:xfrm>
          <a:prstGeom prst="rect">
            <a:avLst/>
          </a:prstGeom>
        </p:spPr>
        <p:txBody>
          <a:bodyPr lIns="45719" tIns="45719" rIns="45719" bIns="45719">
            <a:noAutofit/>
          </a:bodyPr>
          <a:lstStyle>
            <a:lvl1pPr marL="0" indent="0">
              <a:lnSpc>
                <a:spcPct val="100000"/>
              </a:lnSpc>
              <a:buNone/>
              <a:defRPr sz="1200">
                <a:solidFill>
                  <a:schemeClr val="tx2"/>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dirty="0"/>
              <a:t>00. 00. 0000  |  Relatore</a:t>
            </a:r>
          </a:p>
        </p:txBody>
      </p:sp>
      <p:sp>
        <p:nvSpPr>
          <p:cNvPr id="92" name="Rettangolo 91">
            <a:extLst>
              <a:ext uri="{FF2B5EF4-FFF2-40B4-BE49-F238E27FC236}">
                <a16:creationId xmlns:a16="http://schemas.microsoft.com/office/drawing/2014/main" id="{BB75E3DD-B3FF-4663-8FD1-ED6F85527971}"/>
              </a:ext>
            </a:extLst>
          </p:cNvPr>
          <p:cNvSpPr/>
          <p:nvPr userDrawn="1"/>
        </p:nvSpPr>
        <p:spPr>
          <a:xfrm>
            <a:off x="-16626" y="5892398"/>
            <a:ext cx="12240000" cy="9777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3" name="Rettangolo 92">
            <a:extLst>
              <a:ext uri="{FF2B5EF4-FFF2-40B4-BE49-F238E27FC236}">
                <a16:creationId xmlns:a16="http://schemas.microsoft.com/office/drawing/2014/main" id="{645A5FB2-C845-45B6-B743-861B6223F697}"/>
              </a:ext>
            </a:extLst>
          </p:cNvPr>
          <p:cNvSpPr/>
          <p:nvPr userDrawn="1"/>
        </p:nvSpPr>
        <p:spPr>
          <a:xfrm>
            <a:off x="8242773" y="6120966"/>
            <a:ext cx="504000" cy="50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95" name="Connettore diritto 94">
            <a:extLst>
              <a:ext uri="{FF2B5EF4-FFF2-40B4-BE49-F238E27FC236}">
                <a16:creationId xmlns:a16="http://schemas.microsoft.com/office/drawing/2014/main" id="{625AA00B-A385-4EFF-A642-C188495203D3}"/>
              </a:ext>
            </a:extLst>
          </p:cNvPr>
          <p:cNvCxnSpPr>
            <a:cxnSpLocks/>
          </p:cNvCxnSpPr>
          <p:nvPr userDrawn="1"/>
        </p:nvCxnSpPr>
        <p:spPr>
          <a:xfrm>
            <a:off x="6750850" y="6120966"/>
            <a:ext cx="0" cy="50400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98" name="Tema / Titolo / Docente  |  00. 00. 0000">
            <a:extLst>
              <a:ext uri="{FF2B5EF4-FFF2-40B4-BE49-F238E27FC236}">
                <a16:creationId xmlns:a16="http://schemas.microsoft.com/office/drawing/2014/main" id="{5A0FDC9E-A8A8-4974-82A0-5E558C1E38CE}"/>
              </a:ext>
            </a:extLst>
          </p:cNvPr>
          <p:cNvSpPr txBox="1">
            <a:spLocks noGrp="1"/>
          </p:cNvSpPr>
          <p:nvPr userDrawn="1">
            <p:ph type="body" sz="quarter" idx="26" hasCustomPrompt="1"/>
          </p:nvPr>
        </p:nvSpPr>
        <p:spPr>
          <a:xfrm>
            <a:off x="7416483" y="6260516"/>
            <a:ext cx="524076" cy="272997"/>
          </a:xfrm>
          <a:prstGeom prst="rect">
            <a:avLst/>
          </a:prstGeom>
        </p:spPr>
        <p:txBody>
          <a:bodyPr lIns="45719" tIns="45719" rIns="45719" bIns="45719">
            <a:noAutofit/>
          </a:bodyPr>
          <a:lstStyle>
            <a:lvl1pPr marL="0" indent="0" algn="ctr">
              <a:lnSpc>
                <a:spcPct val="100000"/>
              </a:lnSpc>
              <a:buNone/>
              <a:defRPr sz="1400" b="0">
                <a:solidFill>
                  <a:schemeClr val="bg1">
                    <a:lumMod val="85000"/>
                  </a:schemeClr>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dirty="0"/>
              <a:t>Logo</a:t>
            </a:r>
          </a:p>
        </p:txBody>
      </p:sp>
      <p:sp>
        <p:nvSpPr>
          <p:cNvPr id="99" name="Esagono 98">
            <a:extLst>
              <a:ext uri="{FF2B5EF4-FFF2-40B4-BE49-F238E27FC236}">
                <a16:creationId xmlns:a16="http://schemas.microsoft.com/office/drawing/2014/main" id="{DB6D185E-CF4A-4F4E-8820-26F7A9EB28EF}"/>
              </a:ext>
            </a:extLst>
          </p:cNvPr>
          <p:cNvSpPr/>
          <p:nvPr userDrawn="1"/>
        </p:nvSpPr>
        <p:spPr>
          <a:xfrm rot="16200000">
            <a:off x="10649167" y="6156966"/>
            <a:ext cx="504000" cy="432000"/>
          </a:xfrm>
          <a:prstGeom prst="hexag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0" name="Tema / Titolo / Docente  |  00. 00. 0000">
            <a:extLst>
              <a:ext uri="{FF2B5EF4-FFF2-40B4-BE49-F238E27FC236}">
                <a16:creationId xmlns:a16="http://schemas.microsoft.com/office/drawing/2014/main" id="{67E5B94B-39C8-45D9-99FB-6C433ABA8945}"/>
              </a:ext>
            </a:extLst>
          </p:cNvPr>
          <p:cNvSpPr txBox="1">
            <a:spLocks noGrp="1"/>
          </p:cNvSpPr>
          <p:nvPr userDrawn="1">
            <p:ph type="body" sz="quarter" idx="27" hasCustomPrompt="1"/>
          </p:nvPr>
        </p:nvSpPr>
        <p:spPr>
          <a:xfrm>
            <a:off x="8779709" y="6260516"/>
            <a:ext cx="524076" cy="272997"/>
          </a:xfrm>
          <a:prstGeom prst="rect">
            <a:avLst/>
          </a:prstGeom>
        </p:spPr>
        <p:txBody>
          <a:bodyPr lIns="45719" tIns="45719" rIns="45719" bIns="45719">
            <a:noAutofit/>
          </a:bodyPr>
          <a:lstStyle>
            <a:lvl1pPr marL="0" indent="0" algn="ctr">
              <a:lnSpc>
                <a:spcPct val="100000"/>
              </a:lnSpc>
              <a:buNone/>
              <a:defRPr sz="1400" b="0">
                <a:solidFill>
                  <a:schemeClr val="bg1">
                    <a:lumMod val="85000"/>
                  </a:schemeClr>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dirty="0"/>
              <a:t>Logo</a:t>
            </a:r>
          </a:p>
        </p:txBody>
      </p:sp>
      <p:sp>
        <p:nvSpPr>
          <p:cNvPr id="101" name="Tema / Titolo / Docente  |  00. 00. 0000">
            <a:extLst>
              <a:ext uri="{FF2B5EF4-FFF2-40B4-BE49-F238E27FC236}">
                <a16:creationId xmlns:a16="http://schemas.microsoft.com/office/drawing/2014/main" id="{4AB7CAC8-B8CE-4ED7-852E-4CF230937C2D}"/>
              </a:ext>
            </a:extLst>
          </p:cNvPr>
          <p:cNvSpPr txBox="1">
            <a:spLocks noGrp="1"/>
          </p:cNvSpPr>
          <p:nvPr userDrawn="1">
            <p:ph type="body" sz="quarter" idx="28" hasCustomPrompt="1"/>
          </p:nvPr>
        </p:nvSpPr>
        <p:spPr>
          <a:xfrm>
            <a:off x="11150198" y="6260516"/>
            <a:ext cx="524076" cy="272997"/>
          </a:xfrm>
          <a:prstGeom prst="rect">
            <a:avLst/>
          </a:prstGeom>
        </p:spPr>
        <p:txBody>
          <a:bodyPr lIns="45719" tIns="45719" rIns="45719" bIns="45719">
            <a:noAutofit/>
          </a:bodyPr>
          <a:lstStyle>
            <a:lvl1pPr marL="0" indent="0" algn="ctr">
              <a:lnSpc>
                <a:spcPct val="100000"/>
              </a:lnSpc>
              <a:buNone/>
              <a:defRPr sz="1400" b="0">
                <a:solidFill>
                  <a:schemeClr val="bg1">
                    <a:lumMod val="85000"/>
                  </a:schemeClr>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dirty="0"/>
              <a:t>Logo</a:t>
            </a:r>
          </a:p>
        </p:txBody>
      </p:sp>
      <p:sp>
        <p:nvSpPr>
          <p:cNvPr id="103" name="Segnaposto testo 3">
            <a:extLst>
              <a:ext uri="{FF2B5EF4-FFF2-40B4-BE49-F238E27FC236}">
                <a16:creationId xmlns:a16="http://schemas.microsoft.com/office/drawing/2014/main" id="{43B0CB00-EA64-4A47-A60C-CFDB8C7F0473}"/>
              </a:ext>
            </a:extLst>
          </p:cNvPr>
          <p:cNvSpPr>
            <a:spLocks noGrp="1"/>
          </p:cNvSpPr>
          <p:nvPr userDrawn="1">
            <p:ph type="body" sz="quarter" idx="29" hasCustomPrompt="1"/>
          </p:nvPr>
        </p:nvSpPr>
        <p:spPr>
          <a:xfrm>
            <a:off x="5961669" y="6207246"/>
            <a:ext cx="674660" cy="270931"/>
          </a:xfrm>
        </p:spPr>
        <p:txBody>
          <a:bodyPr>
            <a:normAutofit/>
          </a:bodyPr>
          <a:lstStyle>
            <a:lvl1pPr algn="r">
              <a:defRPr sz="900" b="1">
                <a:solidFill>
                  <a:schemeClr val="tx2"/>
                </a:solidFill>
              </a:defRPr>
            </a:lvl1pPr>
          </a:lstStyle>
          <a:p>
            <a:pPr lvl="0"/>
            <a:r>
              <a:rPr lang="it-IT" dirty="0"/>
              <a:t>Dicitura 01</a:t>
            </a:r>
          </a:p>
        </p:txBody>
      </p:sp>
      <p:sp>
        <p:nvSpPr>
          <p:cNvPr id="106" name="Triangolo isoscele 105">
            <a:extLst>
              <a:ext uri="{FF2B5EF4-FFF2-40B4-BE49-F238E27FC236}">
                <a16:creationId xmlns:a16="http://schemas.microsoft.com/office/drawing/2014/main" id="{CB274359-EF0C-4A00-9F51-63CAEACFC89C}"/>
              </a:ext>
            </a:extLst>
          </p:cNvPr>
          <p:cNvSpPr/>
          <p:nvPr userDrawn="1"/>
        </p:nvSpPr>
        <p:spPr>
          <a:xfrm>
            <a:off x="6983179" y="6120966"/>
            <a:ext cx="504000" cy="504000"/>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07" name="Connettore diritto 106">
            <a:extLst>
              <a:ext uri="{FF2B5EF4-FFF2-40B4-BE49-F238E27FC236}">
                <a16:creationId xmlns:a16="http://schemas.microsoft.com/office/drawing/2014/main" id="{315ED5C2-F29A-44D0-A724-EF8F27E06707}"/>
              </a:ext>
            </a:extLst>
          </p:cNvPr>
          <p:cNvCxnSpPr>
            <a:cxnSpLocks/>
          </p:cNvCxnSpPr>
          <p:nvPr userDrawn="1"/>
        </p:nvCxnSpPr>
        <p:spPr>
          <a:xfrm>
            <a:off x="10480093" y="6120966"/>
            <a:ext cx="0" cy="50400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108" name="Segnaposto testo 3">
            <a:extLst>
              <a:ext uri="{FF2B5EF4-FFF2-40B4-BE49-F238E27FC236}">
                <a16:creationId xmlns:a16="http://schemas.microsoft.com/office/drawing/2014/main" id="{F9369C38-CAF3-4FEF-9CB2-1F932D37AC9C}"/>
              </a:ext>
            </a:extLst>
          </p:cNvPr>
          <p:cNvSpPr>
            <a:spLocks noGrp="1"/>
          </p:cNvSpPr>
          <p:nvPr>
            <p:ph type="body" sz="quarter" idx="30" hasCustomPrompt="1"/>
          </p:nvPr>
        </p:nvSpPr>
        <p:spPr>
          <a:xfrm>
            <a:off x="9690912" y="6207246"/>
            <a:ext cx="674660" cy="270931"/>
          </a:xfrm>
        </p:spPr>
        <p:txBody>
          <a:bodyPr>
            <a:normAutofit/>
          </a:bodyPr>
          <a:lstStyle>
            <a:lvl1pPr algn="r">
              <a:defRPr sz="900" b="1">
                <a:solidFill>
                  <a:schemeClr val="tx2"/>
                </a:solidFill>
              </a:defRPr>
            </a:lvl1pPr>
          </a:lstStyle>
          <a:p>
            <a:pPr lvl="0"/>
            <a:r>
              <a:rPr lang="it-IT" dirty="0"/>
              <a:t>Dicitura 01</a:t>
            </a:r>
          </a:p>
        </p:txBody>
      </p:sp>
      <p:pic>
        <p:nvPicPr>
          <p:cNvPr id="20" name="Elemento grafico 19">
            <a:extLst>
              <a:ext uri="{FF2B5EF4-FFF2-40B4-BE49-F238E27FC236}">
                <a16:creationId xmlns:a16="http://schemas.microsoft.com/office/drawing/2014/main" id="{33358CB0-CBCA-4E29-9BB4-E7052DEBB1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17726" y="6134792"/>
            <a:ext cx="2992500" cy="540000"/>
          </a:xfrm>
          <a:prstGeom prst="rect">
            <a:avLst/>
          </a:prstGeom>
        </p:spPr>
      </p:pic>
    </p:spTree>
    <p:extLst>
      <p:ext uri="{BB962C8B-B14F-4D97-AF65-F5344CB8AC3E}">
        <p14:creationId xmlns:p14="http://schemas.microsoft.com/office/powerpoint/2010/main" val="2340820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ver E">
    <p:bg>
      <p:bgPr>
        <a:solidFill>
          <a:schemeClr val="bg1"/>
        </a:solidFill>
        <a:effectLst/>
      </p:bgPr>
    </p:bg>
    <p:spTree>
      <p:nvGrpSpPr>
        <p:cNvPr id="1" name=""/>
        <p:cNvGrpSpPr/>
        <p:nvPr/>
      </p:nvGrpSpPr>
      <p:grpSpPr>
        <a:xfrm>
          <a:off x="0" y="0"/>
          <a:ext cx="0" cy="0"/>
          <a:chOff x="0" y="0"/>
          <a:chExt cx="0" cy="0"/>
        </a:xfrm>
      </p:grpSpPr>
      <p:sp>
        <p:nvSpPr>
          <p:cNvPr id="11" name="Linea">
            <a:extLst>
              <a:ext uri="{FF2B5EF4-FFF2-40B4-BE49-F238E27FC236}">
                <a16:creationId xmlns:a16="http://schemas.microsoft.com/office/drawing/2014/main" id="{06A5565B-3792-761F-D5E8-89E83049F337}"/>
              </a:ext>
            </a:extLst>
          </p:cNvPr>
          <p:cNvSpPr/>
          <p:nvPr userDrawn="1"/>
        </p:nvSpPr>
        <p:spPr>
          <a:xfrm>
            <a:off x="0" y="3429000"/>
            <a:ext cx="12192795" cy="0"/>
          </a:xfrm>
          <a:prstGeom prst="line">
            <a:avLst/>
          </a:prstGeom>
          <a:ln w="6350">
            <a:solidFill>
              <a:srgbClr val="102C53">
                <a:alpha val="50000"/>
              </a:srgbClr>
            </a:solidFill>
            <a:miter lim="400000"/>
          </a:ln>
        </p:spPr>
        <p:txBody>
          <a:bodyPr lIns="25400" tIns="25400" rIns="25400" bIns="25400" anchor="ctr"/>
          <a:lstStyle/>
          <a:p>
            <a:endParaRPr sz="338" dirty="0">
              <a:latin typeface="Manrope" pitchFamily="2" charset="0"/>
            </a:endParaRPr>
          </a:p>
        </p:txBody>
      </p:sp>
      <p:sp>
        <p:nvSpPr>
          <p:cNvPr id="12" name="Linea">
            <a:extLst>
              <a:ext uri="{FF2B5EF4-FFF2-40B4-BE49-F238E27FC236}">
                <a16:creationId xmlns:a16="http://schemas.microsoft.com/office/drawing/2014/main" id="{39CEE595-3918-20DF-0A93-E1BE36E4BCF4}"/>
              </a:ext>
            </a:extLst>
          </p:cNvPr>
          <p:cNvSpPr/>
          <p:nvPr userDrawn="1"/>
        </p:nvSpPr>
        <p:spPr>
          <a:xfrm flipV="1">
            <a:off x="7572657" y="15448"/>
            <a:ext cx="0" cy="6827108"/>
          </a:xfrm>
          <a:prstGeom prst="line">
            <a:avLst/>
          </a:prstGeom>
          <a:ln w="6350">
            <a:solidFill>
              <a:srgbClr val="102C53">
                <a:alpha val="50000"/>
              </a:srgbClr>
            </a:solidFill>
            <a:miter lim="400000"/>
          </a:ln>
        </p:spPr>
        <p:txBody>
          <a:bodyPr lIns="25400" tIns="25400" rIns="25400" bIns="25400" anchor="ctr"/>
          <a:lstStyle/>
          <a:p>
            <a:endParaRPr sz="338" dirty="0">
              <a:latin typeface="Manrope" pitchFamily="2" charset="0"/>
            </a:endParaRPr>
          </a:p>
        </p:txBody>
      </p:sp>
      <p:sp>
        <p:nvSpPr>
          <p:cNvPr id="13" name="Linea">
            <a:extLst>
              <a:ext uri="{FF2B5EF4-FFF2-40B4-BE49-F238E27FC236}">
                <a16:creationId xmlns:a16="http://schemas.microsoft.com/office/drawing/2014/main" id="{1FF15F9B-EC12-8E00-194B-C92BF9532474}"/>
              </a:ext>
            </a:extLst>
          </p:cNvPr>
          <p:cNvSpPr/>
          <p:nvPr userDrawn="1"/>
        </p:nvSpPr>
        <p:spPr>
          <a:xfrm flipV="1">
            <a:off x="11583089" y="15448"/>
            <a:ext cx="0" cy="6827108"/>
          </a:xfrm>
          <a:prstGeom prst="line">
            <a:avLst/>
          </a:prstGeom>
          <a:ln w="6350">
            <a:solidFill>
              <a:srgbClr val="102C53">
                <a:alpha val="50000"/>
              </a:srgbClr>
            </a:solidFill>
            <a:miter lim="400000"/>
          </a:ln>
        </p:spPr>
        <p:txBody>
          <a:bodyPr lIns="25400" tIns="25400" rIns="25400" bIns="25400" anchor="ctr"/>
          <a:lstStyle/>
          <a:p>
            <a:endParaRPr sz="338" dirty="0">
              <a:latin typeface="Manrope" pitchFamily="2" charset="0"/>
            </a:endParaRPr>
          </a:p>
        </p:txBody>
      </p:sp>
      <p:sp>
        <p:nvSpPr>
          <p:cNvPr id="21" name="Cerchio">
            <a:extLst>
              <a:ext uri="{FF2B5EF4-FFF2-40B4-BE49-F238E27FC236}">
                <a16:creationId xmlns:a16="http://schemas.microsoft.com/office/drawing/2014/main" id="{6E7576C8-25DA-044B-E1DD-8104EE1A54CF}"/>
              </a:ext>
            </a:extLst>
          </p:cNvPr>
          <p:cNvSpPr/>
          <p:nvPr userDrawn="1"/>
        </p:nvSpPr>
        <p:spPr>
          <a:xfrm rot="5400000">
            <a:off x="7572787" y="-581302"/>
            <a:ext cx="4010172" cy="4010432"/>
          </a:xfrm>
          <a:prstGeom prst="ellipse">
            <a:avLst/>
          </a:prstGeom>
          <a:gradFill flip="none" rotWithShape="1">
            <a:gsLst>
              <a:gs pos="100000">
                <a:srgbClr val="FFFFFF">
                  <a:alpha val="0"/>
                </a:srgbClr>
              </a:gs>
              <a:gs pos="2000">
                <a:schemeClr val="accent1">
                  <a:alpha val="96000"/>
                </a:schemeClr>
              </a:gs>
            </a:gsLst>
            <a:path path="circle">
              <a:fillToRect l="100000" t="100000"/>
            </a:path>
            <a:tileRect r="-100000" b="-100000"/>
          </a:gradFill>
          <a:ln w="12700">
            <a:miter lim="400000"/>
          </a:ln>
        </p:spPr>
        <p:txBody>
          <a:bodyPr lIns="25400" tIns="25400" rIns="25400" bIns="25400" anchor="ctr"/>
          <a:lstStyle/>
          <a:p>
            <a:pPr lvl="0" algn="ctr" defTabSz="412756"/>
            <a:endParaRPr sz="1600" dirty="0">
              <a:solidFill>
                <a:srgbClr val="FFFFFF"/>
              </a:solidFill>
              <a:latin typeface="Manrope" pitchFamily="2" charset="0"/>
              <a:cs typeface="Arial" panose="020B0604020202020204" pitchFamily="34" charset="0"/>
            </a:endParaRPr>
          </a:p>
        </p:txBody>
      </p:sp>
      <p:sp>
        <p:nvSpPr>
          <p:cNvPr id="22" name="Cerchio">
            <a:extLst>
              <a:ext uri="{FF2B5EF4-FFF2-40B4-BE49-F238E27FC236}">
                <a16:creationId xmlns:a16="http://schemas.microsoft.com/office/drawing/2014/main" id="{30211EF7-C505-8055-D080-3F3D88BB6BE8}"/>
              </a:ext>
            </a:extLst>
          </p:cNvPr>
          <p:cNvSpPr/>
          <p:nvPr userDrawn="1"/>
        </p:nvSpPr>
        <p:spPr>
          <a:xfrm rot="16200000">
            <a:off x="7572787" y="3428871"/>
            <a:ext cx="4010172" cy="4010432"/>
          </a:xfrm>
          <a:prstGeom prst="ellipse">
            <a:avLst/>
          </a:prstGeom>
          <a:gradFill flip="none" rotWithShape="1">
            <a:gsLst>
              <a:gs pos="100000">
                <a:srgbClr val="FFFFFF">
                  <a:alpha val="0"/>
                </a:srgbClr>
              </a:gs>
              <a:gs pos="2000">
                <a:schemeClr val="accent1">
                  <a:alpha val="96000"/>
                </a:schemeClr>
              </a:gs>
            </a:gsLst>
            <a:path path="circle">
              <a:fillToRect l="100000" t="100000"/>
            </a:path>
            <a:tileRect r="-100000" b="-100000"/>
          </a:gradFill>
          <a:ln w="12700">
            <a:miter lim="400000"/>
          </a:ln>
        </p:spPr>
        <p:txBody>
          <a:bodyPr lIns="25400" tIns="25400" rIns="25400" bIns="25400" anchor="ctr"/>
          <a:lstStyle/>
          <a:p>
            <a:pPr lvl="0" algn="ctr" defTabSz="412756"/>
            <a:endParaRPr sz="1600" dirty="0">
              <a:solidFill>
                <a:srgbClr val="FFFFFF"/>
              </a:solidFill>
              <a:latin typeface="Manrope" pitchFamily="2" charset="0"/>
              <a:cs typeface="Arial" panose="020B0604020202020204" pitchFamily="34" charset="0"/>
            </a:endParaRPr>
          </a:p>
        </p:txBody>
      </p:sp>
      <p:sp>
        <p:nvSpPr>
          <p:cNvPr id="14" name="Tema / Titolo / Docente  |  00. 00. 0000">
            <a:extLst>
              <a:ext uri="{FF2B5EF4-FFF2-40B4-BE49-F238E27FC236}">
                <a16:creationId xmlns:a16="http://schemas.microsoft.com/office/drawing/2014/main" id="{1DCB0E58-CB34-9BB0-27A9-F358FEB81E9A}"/>
              </a:ext>
            </a:extLst>
          </p:cNvPr>
          <p:cNvSpPr txBox="1">
            <a:spLocks noGrp="1"/>
          </p:cNvSpPr>
          <p:nvPr>
            <p:ph type="body" sz="quarter" idx="21" hasCustomPrompt="1"/>
          </p:nvPr>
        </p:nvSpPr>
        <p:spPr>
          <a:xfrm>
            <a:off x="600710" y="5929933"/>
            <a:ext cx="4078060" cy="318490"/>
          </a:xfrm>
          <a:prstGeom prst="rect">
            <a:avLst/>
          </a:prstGeom>
        </p:spPr>
        <p:txBody>
          <a:bodyPr lIns="45719" tIns="45719" rIns="45719" bIns="45719">
            <a:noAutofit/>
          </a:bodyPr>
          <a:lstStyle>
            <a:lvl1pPr marL="0" indent="0">
              <a:lnSpc>
                <a:spcPct val="100000"/>
              </a:lnSpc>
              <a:buNone/>
              <a:defRPr sz="1200">
                <a:solidFill>
                  <a:schemeClr val="tx2"/>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dirty="0"/>
              <a:t>00. 00. 0000  |  Relatore</a:t>
            </a:r>
          </a:p>
        </p:txBody>
      </p:sp>
      <p:sp>
        <p:nvSpPr>
          <p:cNvPr id="17" name="Titolo 5">
            <a:extLst>
              <a:ext uri="{FF2B5EF4-FFF2-40B4-BE49-F238E27FC236}">
                <a16:creationId xmlns:a16="http://schemas.microsoft.com/office/drawing/2014/main" id="{4DAF60AC-FCFA-4F79-8AA6-85AC61BFAA4D}"/>
              </a:ext>
            </a:extLst>
          </p:cNvPr>
          <p:cNvSpPr>
            <a:spLocks noGrp="1"/>
          </p:cNvSpPr>
          <p:nvPr>
            <p:ph type="title" hasCustomPrompt="1"/>
          </p:nvPr>
        </p:nvSpPr>
        <p:spPr>
          <a:xfrm>
            <a:off x="603287" y="3429000"/>
            <a:ext cx="6953096" cy="2324100"/>
          </a:xfrm>
          <a:prstGeom prst="rect">
            <a:avLst/>
          </a:prstGeom>
        </p:spPr>
        <p:txBody>
          <a:bodyPr lIns="0" tIns="360000" rIns="0" bIns="0" anchor="t"/>
          <a:lstStyle>
            <a:lvl1pPr>
              <a:defRPr>
                <a:solidFill>
                  <a:schemeClr val="tx2"/>
                </a:solidFill>
              </a:defRPr>
            </a:lvl1pPr>
          </a:lstStyle>
          <a:p>
            <a:r>
              <a:rPr lang="it-IT" dirty="0"/>
              <a:t>Inserire titolo</a:t>
            </a:r>
            <a:br>
              <a:rPr lang="it-IT" dirty="0"/>
            </a:br>
            <a:r>
              <a:rPr lang="it-IT" dirty="0"/>
              <a:t>Presentazione</a:t>
            </a:r>
          </a:p>
        </p:txBody>
      </p:sp>
      <p:pic>
        <p:nvPicPr>
          <p:cNvPr id="9" name="Elemento grafico 8">
            <a:extLst>
              <a:ext uri="{FF2B5EF4-FFF2-40B4-BE49-F238E27FC236}">
                <a16:creationId xmlns:a16="http://schemas.microsoft.com/office/drawing/2014/main" id="{F2E7CACB-A8E4-4639-834A-7B95D4F7C4C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7559" y="558879"/>
            <a:ext cx="3790500" cy="684000"/>
          </a:xfrm>
          <a:prstGeom prst="rect">
            <a:avLst/>
          </a:prstGeom>
        </p:spPr>
      </p:pic>
    </p:spTree>
    <p:extLst>
      <p:ext uri="{BB962C8B-B14F-4D97-AF65-F5344CB8AC3E}">
        <p14:creationId xmlns:p14="http://schemas.microsoft.com/office/powerpoint/2010/main" val="30122003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ver F">
    <p:bg>
      <p:bgPr>
        <a:solidFill>
          <a:schemeClr val="bg1"/>
        </a:solidFill>
        <a:effectLst/>
      </p:bgPr>
    </p:bg>
    <p:spTree>
      <p:nvGrpSpPr>
        <p:cNvPr id="1" name=""/>
        <p:cNvGrpSpPr/>
        <p:nvPr/>
      </p:nvGrpSpPr>
      <p:grpSpPr>
        <a:xfrm>
          <a:off x="0" y="0"/>
          <a:ext cx="0" cy="0"/>
          <a:chOff x="0" y="0"/>
          <a:chExt cx="0" cy="0"/>
        </a:xfrm>
      </p:grpSpPr>
      <p:pic>
        <p:nvPicPr>
          <p:cNvPr id="19" name="studente-6.jpg">
            <a:extLst>
              <a:ext uri="{FF2B5EF4-FFF2-40B4-BE49-F238E27FC236}">
                <a16:creationId xmlns:a16="http://schemas.microsoft.com/office/drawing/2014/main" id="{DA0DDB76-F351-4164-94AE-C6D2D1E45FB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1616" r="20219" b="21157"/>
          <a:stretch/>
        </p:blipFill>
        <p:spPr>
          <a:xfrm flipH="1">
            <a:off x="1" y="-15446"/>
            <a:ext cx="12202569" cy="6873447"/>
          </a:xfrm>
          <a:prstGeom prst="rect">
            <a:avLst/>
          </a:prstGeom>
        </p:spPr>
      </p:pic>
      <p:sp>
        <p:nvSpPr>
          <p:cNvPr id="13" name="Rettangolo 12">
            <a:extLst>
              <a:ext uri="{FF2B5EF4-FFF2-40B4-BE49-F238E27FC236}">
                <a16:creationId xmlns:a16="http://schemas.microsoft.com/office/drawing/2014/main" id="{6DFC2C03-064F-49A5-83D4-C94804DBB2EE}"/>
              </a:ext>
            </a:extLst>
          </p:cNvPr>
          <p:cNvSpPr/>
          <p:nvPr userDrawn="1"/>
        </p:nvSpPr>
        <p:spPr>
          <a:xfrm>
            <a:off x="0" y="-15446"/>
            <a:ext cx="12191999" cy="6873446"/>
          </a:xfrm>
          <a:prstGeom prst="rect">
            <a:avLst/>
          </a:prstGeom>
          <a:gradFill>
            <a:gsLst>
              <a:gs pos="0">
                <a:srgbClr val="FFFFFF">
                  <a:alpha val="0"/>
                </a:srgbClr>
              </a:gs>
              <a:gs pos="72000">
                <a:schemeClr val="accent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4" name="Linea">
            <a:extLst>
              <a:ext uri="{FF2B5EF4-FFF2-40B4-BE49-F238E27FC236}">
                <a16:creationId xmlns:a16="http://schemas.microsoft.com/office/drawing/2014/main" id="{B39406AE-79B6-49A1-923B-123760D8505F}"/>
              </a:ext>
            </a:extLst>
          </p:cNvPr>
          <p:cNvSpPr/>
          <p:nvPr userDrawn="1"/>
        </p:nvSpPr>
        <p:spPr>
          <a:xfrm>
            <a:off x="0" y="1980994"/>
            <a:ext cx="12192795" cy="0"/>
          </a:xfrm>
          <a:prstGeom prst="line">
            <a:avLst/>
          </a:prstGeom>
          <a:ln w="6350">
            <a:solidFill>
              <a:schemeClr val="tx2">
                <a:alpha val="50000"/>
              </a:schemeClr>
            </a:solidFill>
            <a:miter lim="400000"/>
          </a:ln>
        </p:spPr>
        <p:txBody>
          <a:bodyPr lIns="25400" tIns="25400" rIns="25400" bIns="25400" anchor="ctr"/>
          <a:lstStyle/>
          <a:p>
            <a:endParaRPr sz="338" dirty="0">
              <a:latin typeface="Manrope" pitchFamily="2" charset="0"/>
            </a:endParaRPr>
          </a:p>
        </p:txBody>
      </p:sp>
      <p:sp>
        <p:nvSpPr>
          <p:cNvPr id="17" name="Linea">
            <a:extLst>
              <a:ext uri="{FF2B5EF4-FFF2-40B4-BE49-F238E27FC236}">
                <a16:creationId xmlns:a16="http://schemas.microsoft.com/office/drawing/2014/main" id="{DCC9F3C9-7921-43F1-BB63-5744C63E565E}"/>
              </a:ext>
            </a:extLst>
          </p:cNvPr>
          <p:cNvSpPr/>
          <p:nvPr userDrawn="1"/>
        </p:nvSpPr>
        <p:spPr>
          <a:xfrm flipV="1">
            <a:off x="10715224" y="15448"/>
            <a:ext cx="0" cy="6876000"/>
          </a:xfrm>
          <a:prstGeom prst="line">
            <a:avLst/>
          </a:prstGeom>
          <a:ln w="6350">
            <a:solidFill>
              <a:schemeClr val="tx2">
                <a:alpha val="50000"/>
              </a:schemeClr>
            </a:solidFill>
            <a:miter lim="400000"/>
          </a:ln>
        </p:spPr>
        <p:txBody>
          <a:bodyPr lIns="25400" tIns="25400" rIns="25400" bIns="25400" anchor="ctr"/>
          <a:lstStyle/>
          <a:p>
            <a:endParaRPr sz="338" dirty="0">
              <a:latin typeface="Manrope" pitchFamily="2" charset="0"/>
            </a:endParaRPr>
          </a:p>
        </p:txBody>
      </p:sp>
      <p:sp>
        <p:nvSpPr>
          <p:cNvPr id="10" name="Ovale 9">
            <a:extLst>
              <a:ext uri="{FF2B5EF4-FFF2-40B4-BE49-F238E27FC236}">
                <a16:creationId xmlns:a16="http://schemas.microsoft.com/office/drawing/2014/main" id="{1CCADD42-EE9E-4858-B6FB-01BA6E38FAD3}"/>
              </a:ext>
            </a:extLst>
          </p:cNvPr>
          <p:cNvSpPr/>
          <p:nvPr userDrawn="1"/>
        </p:nvSpPr>
        <p:spPr>
          <a:xfrm rot="18900000">
            <a:off x="-172754" y="1980994"/>
            <a:ext cx="10887979" cy="10887270"/>
          </a:xfrm>
          <a:prstGeom prst="ellipse">
            <a:avLst/>
          </a:prstGeom>
          <a:gradFill flip="none" rotWithShape="1">
            <a:gsLst>
              <a:gs pos="85000">
                <a:srgbClr val="FFFFFF">
                  <a:alpha val="0"/>
                </a:srgbClr>
              </a:gs>
              <a:gs pos="0">
                <a:schemeClr val="accent3"/>
              </a:gs>
              <a:gs pos="100000">
                <a:schemeClr val="accent1"/>
              </a:gs>
            </a:gsLst>
            <a:path path="circle">
              <a:fillToRect l="100000" t="100000"/>
            </a:path>
            <a:tileRect r="-100000" b="-100000"/>
          </a:gradFill>
          <a:ln w="12700">
            <a:miter lim="400000"/>
          </a:ln>
        </p:spPr>
        <p:txBody>
          <a:bodyPr lIns="25400" tIns="25400" rIns="25400" bIns="25400" anchor="ctr"/>
          <a:lstStyle/>
          <a:p>
            <a:pPr lvl="0" algn="ctr" defTabSz="412756"/>
            <a:endParaRPr lang="it-IT" sz="1600" dirty="0">
              <a:solidFill>
                <a:srgbClr val="FFFFFF"/>
              </a:solidFill>
              <a:latin typeface="Manrope" pitchFamily="2" charset="0"/>
              <a:cs typeface="Arial" panose="020B0604020202020204" pitchFamily="34" charset="0"/>
            </a:endParaRPr>
          </a:p>
        </p:txBody>
      </p:sp>
      <p:sp>
        <p:nvSpPr>
          <p:cNvPr id="15" name="Tema / Titolo / Docente  |  00. 00. 0000">
            <a:extLst>
              <a:ext uri="{FF2B5EF4-FFF2-40B4-BE49-F238E27FC236}">
                <a16:creationId xmlns:a16="http://schemas.microsoft.com/office/drawing/2014/main" id="{43EB2AAE-2F64-43C5-B8E8-F199350D7390}"/>
              </a:ext>
            </a:extLst>
          </p:cNvPr>
          <p:cNvSpPr txBox="1">
            <a:spLocks noGrp="1"/>
          </p:cNvSpPr>
          <p:nvPr>
            <p:ph type="body" sz="quarter" idx="21" hasCustomPrompt="1"/>
          </p:nvPr>
        </p:nvSpPr>
        <p:spPr>
          <a:xfrm>
            <a:off x="600710" y="5929933"/>
            <a:ext cx="4078060" cy="318490"/>
          </a:xfrm>
          <a:prstGeom prst="rect">
            <a:avLst/>
          </a:prstGeom>
        </p:spPr>
        <p:txBody>
          <a:bodyPr lIns="45719" tIns="45719" rIns="45719" bIns="45719">
            <a:noAutofit/>
          </a:bodyPr>
          <a:lstStyle>
            <a:lvl1pPr>
              <a:lnSpc>
                <a:spcPct val="100000"/>
              </a:lnSpc>
              <a:defRPr sz="1200">
                <a:solidFill>
                  <a:schemeClr val="tx2"/>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dirty="0"/>
              <a:t>00. 00. 0000  |  Relatore</a:t>
            </a:r>
          </a:p>
        </p:txBody>
      </p:sp>
      <p:sp>
        <p:nvSpPr>
          <p:cNvPr id="16" name="Titolo 5">
            <a:extLst>
              <a:ext uri="{FF2B5EF4-FFF2-40B4-BE49-F238E27FC236}">
                <a16:creationId xmlns:a16="http://schemas.microsoft.com/office/drawing/2014/main" id="{E8F7923B-B8EC-4C6A-A6CA-70D16747DBD1}"/>
              </a:ext>
            </a:extLst>
          </p:cNvPr>
          <p:cNvSpPr>
            <a:spLocks noGrp="1"/>
          </p:cNvSpPr>
          <p:nvPr>
            <p:ph type="title" hasCustomPrompt="1"/>
          </p:nvPr>
        </p:nvSpPr>
        <p:spPr>
          <a:xfrm>
            <a:off x="593376" y="3448466"/>
            <a:ext cx="6953096" cy="2108271"/>
          </a:xfrm>
          <a:prstGeom prst="rect">
            <a:avLst/>
          </a:prstGeom>
        </p:spPr>
        <p:txBody>
          <a:bodyPr lIns="0" tIns="360000" rIns="0" bIns="0" anchor="t"/>
          <a:lstStyle>
            <a:lvl1pPr>
              <a:defRPr>
                <a:solidFill>
                  <a:schemeClr val="tx2"/>
                </a:solidFill>
              </a:defRPr>
            </a:lvl1pPr>
          </a:lstStyle>
          <a:p>
            <a:r>
              <a:rPr lang="it-IT" dirty="0"/>
              <a:t>Inserire titolo</a:t>
            </a:r>
            <a:br>
              <a:rPr lang="it-IT" dirty="0"/>
            </a:br>
            <a:r>
              <a:rPr lang="it-IT" dirty="0"/>
              <a:t>Presentazione</a:t>
            </a:r>
          </a:p>
        </p:txBody>
      </p:sp>
      <p:sp>
        <p:nvSpPr>
          <p:cNvPr id="18" name="Segnaposto testo 11">
            <a:extLst>
              <a:ext uri="{FF2B5EF4-FFF2-40B4-BE49-F238E27FC236}">
                <a16:creationId xmlns:a16="http://schemas.microsoft.com/office/drawing/2014/main" id="{7B2691BB-C18A-4BDF-B8C5-3FE96696466A}"/>
              </a:ext>
            </a:extLst>
          </p:cNvPr>
          <p:cNvSpPr>
            <a:spLocks noGrp="1"/>
          </p:cNvSpPr>
          <p:nvPr>
            <p:ph type="body" sz="quarter" idx="22" hasCustomPrompt="1"/>
          </p:nvPr>
        </p:nvSpPr>
        <p:spPr>
          <a:xfrm>
            <a:off x="600710" y="2898987"/>
            <a:ext cx="4833938" cy="392112"/>
          </a:xfrm>
        </p:spPr>
        <p:txBody>
          <a:bodyPr>
            <a:noAutofit/>
          </a:bodyPr>
          <a:lstStyle>
            <a:lvl1pPr>
              <a:defRPr sz="2400">
                <a:solidFill>
                  <a:schemeClr val="tx2"/>
                </a:solidFill>
              </a:defRPr>
            </a:lvl1pPr>
          </a:lstStyle>
          <a:p>
            <a:pPr lvl="0"/>
            <a:r>
              <a:rPr lang="it-IT" dirty="0"/>
              <a:t>Sottotitolo</a:t>
            </a:r>
          </a:p>
        </p:txBody>
      </p:sp>
      <p:pic>
        <p:nvPicPr>
          <p:cNvPr id="11" name="Elemento grafico 10">
            <a:extLst>
              <a:ext uri="{FF2B5EF4-FFF2-40B4-BE49-F238E27FC236}">
                <a16:creationId xmlns:a16="http://schemas.microsoft.com/office/drawing/2014/main" id="{A7432F93-2E69-4DE0-9823-6E0276D28A2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37559" y="558879"/>
            <a:ext cx="3790500" cy="684000"/>
          </a:xfrm>
          <a:prstGeom prst="rect">
            <a:avLst/>
          </a:prstGeom>
        </p:spPr>
      </p:pic>
    </p:spTree>
    <p:extLst>
      <p:ext uri="{BB962C8B-B14F-4D97-AF65-F5344CB8AC3E}">
        <p14:creationId xmlns:p14="http://schemas.microsoft.com/office/powerpoint/2010/main" val="33745056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ver G">
    <p:bg>
      <p:bgPr>
        <a:solidFill>
          <a:schemeClr val="tx1"/>
        </a:solidFill>
        <a:effectLst/>
      </p:bgPr>
    </p:bg>
    <p:spTree>
      <p:nvGrpSpPr>
        <p:cNvPr id="1" name=""/>
        <p:cNvGrpSpPr/>
        <p:nvPr/>
      </p:nvGrpSpPr>
      <p:grpSpPr>
        <a:xfrm>
          <a:off x="0" y="0"/>
          <a:ext cx="0" cy="0"/>
          <a:chOff x="0" y="0"/>
          <a:chExt cx="0" cy="0"/>
        </a:xfrm>
      </p:grpSpPr>
      <p:pic>
        <p:nvPicPr>
          <p:cNvPr id="2" name="studente-6.jpg">
            <a:extLst>
              <a:ext uri="{FF2B5EF4-FFF2-40B4-BE49-F238E27FC236}">
                <a16:creationId xmlns:a16="http://schemas.microsoft.com/office/drawing/2014/main" id="{9A8088A1-BE02-A45C-F2B7-D9182C7D258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166" t="2094" r="38926" b="50000"/>
          <a:stretch/>
        </p:blipFill>
        <p:spPr>
          <a:xfrm>
            <a:off x="1" y="-15446"/>
            <a:ext cx="12202569" cy="6873447"/>
          </a:xfrm>
          <a:prstGeom prst="rect">
            <a:avLst/>
          </a:prstGeom>
        </p:spPr>
      </p:pic>
      <p:sp>
        <p:nvSpPr>
          <p:cNvPr id="11" name="Rettangolo 10">
            <a:extLst>
              <a:ext uri="{FF2B5EF4-FFF2-40B4-BE49-F238E27FC236}">
                <a16:creationId xmlns:a16="http://schemas.microsoft.com/office/drawing/2014/main" id="{D2959DFD-F019-4D77-B2CF-95F2EE0916C2}"/>
              </a:ext>
            </a:extLst>
          </p:cNvPr>
          <p:cNvSpPr/>
          <p:nvPr userDrawn="1"/>
        </p:nvSpPr>
        <p:spPr>
          <a:xfrm>
            <a:off x="0" y="-15446"/>
            <a:ext cx="12191999" cy="6873446"/>
          </a:xfrm>
          <a:prstGeom prst="rect">
            <a:avLst/>
          </a:prstGeom>
          <a:gradFill>
            <a:gsLst>
              <a:gs pos="0">
                <a:srgbClr val="FFFFFF">
                  <a:alpha val="0"/>
                </a:srgbClr>
              </a:gs>
              <a:gs pos="36000">
                <a:schemeClr val="accent1">
                  <a:alpha val="40000"/>
                </a:schemeClr>
              </a:gs>
              <a:gs pos="72000">
                <a:schemeClr val="accent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4" name="Linea">
            <a:extLst>
              <a:ext uri="{FF2B5EF4-FFF2-40B4-BE49-F238E27FC236}">
                <a16:creationId xmlns:a16="http://schemas.microsoft.com/office/drawing/2014/main" id="{B39406AE-79B6-49A1-923B-123760D8505F}"/>
              </a:ext>
            </a:extLst>
          </p:cNvPr>
          <p:cNvSpPr/>
          <p:nvPr userDrawn="1"/>
        </p:nvSpPr>
        <p:spPr>
          <a:xfrm>
            <a:off x="0" y="1980994"/>
            <a:ext cx="12192795" cy="0"/>
          </a:xfrm>
          <a:prstGeom prst="line">
            <a:avLst/>
          </a:prstGeom>
          <a:ln w="6350">
            <a:solidFill>
              <a:schemeClr val="bg1">
                <a:alpha val="50000"/>
              </a:schemeClr>
            </a:solidFill>
            <a:miter lim="400000"/>
          </a:ln>
        </p:spPr>
        <p:txBody>
          <a:bodyPr lIns="25400" tIns="25400" rIns="25400" bIns="25400" anchor="ctr"/>
          <a:lstStyle/>
          <a:p>
            <a:endParaRPr sz="338" dirty="0">
              <a:latin typeface="Manrope" pitchFamily="2" charset="0"/>
            </a:endParaRPr>
          </a:p>
        </p:txBody>
      </p:sp>
      <p:sp>
        <p:nvSpPr>
          <p:cNvPr id="17" name="Linea">
            <a:extLst>
              <a:ext uri="{FF2B5EF4-FFF2-40B4-BE49-F238E27FC236}">
                <a16:creationId xmlns:a16="http://schemas.microsoft.com/office/drawing/2014/main" id="{DCC9F3C9-7921-43F1-BB63-5744C63E565E}"/>
              </a:ext>
            </a:extLst>
          </p:cNvPr>
          <p:cNvSpPr/>
          <p:nvPr userDrawn="1"/>
        </p:nvSpPr>
        <p:spPr>
          <a:xfrm flipV="1">
            <a:off x="10715224" y="-34429"/>
            <a:ext cx="0" cy="7020000"/>
          </a:xfrm>
          <a:prstGeom prst="line">
            <a:avLst/>
          </a:prstGeom>
          <a:ln w="6350">
            <a:solidFill>
              <a:schemeClr val="bg1">
                <a:alpha val="50000"/>
              </a:schemeClr>
            </a:solidFill>
            <a:miter lim="400000"/>
          </a:ln>
        </p:spPr>
        <p:txBody>
          <a:bodyPr lIns="25400" tIns="25400" rIns="25400" bIns="25400" anchor="ctr"/>
          <a:lstStyle/>
          <a:p>
            <a:endParaRPr sz="338" dirty="0">
              <a:latin typeface="Manrope" pitchFamily="2" charset="0"/>
            </a:endParaRPr>
          </a:p>
        </p:txBody>
      </p:sp>
      <p:sp>
        <p:nvSpPr>
          <p:cNvPr id="10" name="Ovale 9">
            <a:extLst>
              <a:ext uri="{FF2B5EF4-FFF2-40B4-BE49-F238E27FC236}">
                <a16:creationId xmlns:a16="http://schemas.microsoft.com/office/drawing/2014/main" id="{1CCADD42-EE9E-4858-B6FB-01BA6E38FAD3}"/>
              </a:ext>
            </a:extLst>
          </p:cNvPr>
          <p:cNvSpPr/>
          <p:nvPr userDrawn="1"/>
        </p:nvSpPr>
        <p:spPr>
          <a:xfrm rot="20927104">
            <a:off x="-172754" y="1980994"/>
            <a:ext cx="10887979" cy="10887270"/>
          </a:xfrm>
          <a:prstGeom prst="ellipse">
            <a:avLst/>
          </a:prstGeom>
          <a:gradFill flip="none" rotWithShape="1">
            <a:gsLst>
              <a:gs pos="9000">
                <a:schemeClr val="bg1">
                  <a:alpha val="40000"/>
                </a:scheme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900" dirty="0">
              <a:latin typeface="Manrope" pitchFamily="2" charset="0"/>
            </a:endParaRPr>
          </a:p>
        </p:txBody>
      </p:sp>
      <p:sp>
        <p:nvSpPr>
          <p:cNvPr id="15" name="Tema / Titolo / Docente  |  00. 00. 0000">
            <a:extLst>
              <a:ext uri="{FF2B5EF4-FFF2-40B4-BE49-F238E27FC236}">
                <a16:creationId xmlns:a16="http://schemas.microsoft.com/office/drawing/2014/main" id="{43EB2AAE-2F64-43C5-B8E8-F199350D7390}"/>
              </a:ext>
            </a:extLst>
          </p:cNvPr>
          <p:cNvSpPr txBox="1">
            <a:spLocks noGrp="1"/>
          </p:cNvSpPr>
          <p:nvPr>
            <p:ph type="body" sz="quarter" idx="21" hasCustomPrompt="1"/>
          </p:nvPr>
        </p:nvSpPr>
        <p:spPr>
          <a:xfrm>
            <a:off x="600710" y="5929933"/>
            <a:ext cx="4078060" cy="318490"/>
          </a:xfrm>
          <a:prstGeom prst="rect">
            <a:avLst/>
          </a:prstGeom>
        </p:spPr>
        <p:txBody>
          <a:bodyPr lIns="45719" tIns="45719" rIns="45719" bIns="45719">
            <a:noAutofit/>
          </a:bodyPr>
          <a:lstStyle>
            <a:lvl1pPr>
              <a:lnSpc>
                <a:spcPct val="100000"/>
              </a:lnSpc>
              <a:defRPr sz="1200">
                <a:solidFill>
                  <a:schemeClr val="tx2"/>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dirty="0"/>
              <a:t>00. 00. 0000  |  Relatore</a:t>
            </a:r>
          </a:p>
        </p:txBody>
      </p:sp>
      <p:sp>
        <p:nvSpPr>
          <p:cNvPr id="16" name="Titolo 5">
            <a:extLst>
              <a:ext uri="{FF2B5EF4-FFF2-40B4-BE49-F238E27FC236}">
                <a16:creationId xmlns:a16="http://schemas.microsoft.com/office/drawing/2014/main" id="{E8F7923B-B8EC-4C6A-A6CA-70D16747DBD1}"/>
              </a:ext>
            </a:extLst>
          </p:cNvPr>
          <p:cNvSpPr>
            <a:spLocks noGrp="1"/>
          </p:cNvSpPr>
          <p:nvPr>
            <p:ph type="title" hasCustomPrompt="1"/>
          </p:nvPr>
        </p:nvSpPr>
        <p:spPr>
          <a:xfrm>
            <a:off x="593376" y="3448466"/>
            <a:ext cx="6953096" cy="2108271"/>
          </a:xfrm>
          <a:prstGeom prst="rect">
            <a:avLst/>
          </a:prstGeom>
        </p:spPr>
        <p:txBody>
          <a:bodyPr lIns="0" tIns="360000" rIns="0" bIns="0" anchor="t"/>
          <a:lstStyle>
            <a:lvl1pPr>
              <a:defRPr>
                <a:solidFill>
                  <a:schemeClr val="tx2"/>
                </a:solidFill>
              </a:defRPr>
            </a:lvl1pPr>
          </a:lstStyle>
          <a:p>
            <a:r>
              <a:rPr lang="it-IT" dirty="0"/>
              <a:t>Inserire titolo</a:t>
            </a:r>
            <a:br>
              <a:rPr lang="it-IT" dirty="0"/>
            </a:br>
            <a:r>
              <a:rPr lang="it-IT" dirty="0"/>
              <a:t>Presentazione</a:t>
            </a:r>
          </a:p>
        </p:txBody>
      </p:sp>
      <p:sp>
        <p:nvSpPr>
          <p:cNvPr id="18" name="Segnaposto testo 11">
            <a:extLst>
              <a:ext uri="{FF2B5EF4-FFF2-40B4-BE49-F238E27FC236}">
                <a16:creationId xmlns:a16="http://schemas.microsoft.com/office/drawing/2014/main" id="{7B2691BB-C18A-4BDF-B8C5-3FE96696466A}"/>
              </a:ext>
            </a:extLst>
          </p:cNvPr>
          <p:cNvSpPr>
            <a:spLocks noGrp="1"/>
          </p:cNvSpPr>
          <p:nvPr>
            <p:ph type="body" sz="quarter" idx="22" hasCustomPrompt="1"/>
          </p:nvPr>
        </p:nvSpPr>
        <p:spPr>
          <a:xfrm>
            <a:off x="600710" y="2898987"/>
            <a:ext cx="4833938" cy="392112"/>
          </a:xfrm>
        </p:spPr>
        <p:txBody>
          <a:bodyPr>
            <a:noAutofit/>
          </a:bodyPr>
          <a:lstStyle>
            <a:lvl1pPr>
              <a:defRPr sz="2400">
                <a:solidFill>
                  <a:schemeClr val="tx2"/>
                </a:solidFill>
              </a:defRPr>
            </a:lvl1pPr>
          </a:lstStyle>
          <a:p>
            <a:pPr lvl="0"/>
            <a:r>
              <a:rPr lang="it-IT" dirty="0"/>
              <a:t>Sottotitolo</a:t>
            </a:r>
          </a:p>
        </p:txBody>
      </p:sp>
      <p:pic>
        <p:nvPicPr>
          <p:cNvPr id="12" name="Elemento grafico 11">
            <a:extLst>
              <a:ext uri="{FF2B5EF4-FFF2-40B4-BE49-F238E27FC236}">
                <a16:creationId xmlns:a16="http://schemas.microsoft.com/office/drawing/2014/main" id="{08EA859E-E6A5-40D9-B11A-A1DFA92A307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37559" y="558879"/>
            <a:ext cx="3790500" cy="684000"/>
          </a:xfrm>
          <a:prstGeom prst="rect">
            <a:avLst/>
          </a:prstGeom>
        </p:spPr>
      </p:pic>
    </p:spTree>
    <p:extLst>
      <p:ext uri="{BB962C8B-B14F-4D97-AF65-F5344CB8AC3E}">
        <p14:creationId xmlns:p14="http://schemas.microsoft.com/office/powerpoint/2010/main" val="13091495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ver Finale">
    <p:bg>
      <p:bgPr>
        <a:solidFill>
          <a:schemeClr val="accent1"/>
        </a:solidFill>
        <a:effectLst/>
      </p:bgPr>
    </p:bg>
    <p:spTree>
      <p:nvGrpSpPr>
        <p:cNvPr id="1" name=""/>
        <p:cNvGrpSpPr/>
        <p:nvPr/>
      </p:nvGrpSpPr>
      <p:grpSpPr>
        <a:xfrm>
          <a:off x="0" y="0"/>
          <a:ext cx="0" cy="0"/>
          <a:chOff x="0" y="0"/>
          <a:chExt cx="0" cy="0"/>
        </a:xfrm>
      </p:grpSpPr>
      <p:sp>
        <p:nvSpPr>
          <p:cNvPr id="12" name="Segnaposto testo 6">
            <a:extLst>
              <a:ext uri="{FF2B5EF4-FFF2-40B4-BE49-F238E27FC236}">
                <a16:creationId xmlns:a16="http://schemas.microsoft.com/office/drawing/2014/main" id="{36158372-C12E-48BA-B16E-CD0317C85D3A}"/>
              </a:ext>
            </a:extLst>
          </p:cNvPr>
          <p:cNvSpPr>
            <a:spLocks noGrp="1"/>
          </p:cNvSpPr>
          <p:nvPr>
            <p:ph type="body" sz="quarter" idx="23" hasCustomPrompt="1"/>
          </p:nvPr>
        </p:nvSpPr>
        <p:spPr>
          <a:xfrm>
            <a:off x="600075" y="5392132"/>
            <a:ext cx="3866418" cy="856291"/>
          </a:xfrm>
        </p:spPr>
        <p:txBody>
          <a:bodyPr anchor="b">
            <a:noAutofit/>
          </a:bodyPr>
          <a:lstStyle>
            <a:lvl1pPr>
              <a:lnSpc>
                <a:spcPct val="120000"/>
              </a:lnSpc>
              <a:spcBef>
                <a:spcPts val="0"/>
              </a:spcBef>
              <a:defRPr sz="1200">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it-IT" dirty="0"/>
              <a:t>Via</a:t>
            </a:r>
          </a:p>
          <a:p>
            <a:pPr lvl="0"/>
            <a:r>
              <a:rPr lang="it-IT" dirty="0"/>
              <a:t>T</a:t>
            </a:r>
          </a:p>
          <a:p>
            <a:pPr lvl="0"/>
            <a:r>
              <a:rPr lang="it-IT" dirty="0"/>
              <a:t>@ </a:t>
            </a:r>
          </a:p>
          <a:p>
            <a:pPr lvl="0"/>
            <a:r>
              <a:rPr lang="it-IT" dirty="0" err="1"/>
              <a:t>wwww</a:t>
            </a:r>
            <a:r>
              <a:rPr lang="it-IT" dirty="0"/>
              <a:t>.</a:t>
            </a:r>
          </a:p>
        </p:txBody>
      </p:sp>
      <p:sp>
        <p:nvSpPr>
          <p:cNvPr id="14" name="Cerchio">
            <a:extLst>
              <a:ext uri="{FF2B5EF4-FFF2-40B4-BE49-F238E27FC236}">
                <a16:creationId xmlns:a16="http://schemas.microsoft.com/office/drawing/2014/main" id="{B5A98BF0-37F7-46CF-98E8-56026EBEBEB8}"/>
              </a:ext>
            </a:extLst>
          </p:cNvPr>
          <p:cNvSpPr/>
          <p:nvPr userDrawn="1"/>
        </p:nvSpPr>
        <p:spPr>
          <a:xfrm rot="10800000">
            <a:off x="7559558" y="-1156784"/>
            <a:ext cx="4010434" cy="4010172"/>
          </a:xfrm>
          <a:prstGeom prst="ellipse">
            <a:avLst/>
          </a:prstGeom>
          <a:gradFill flip="none" rotWithShape="1">
            <a:gsLst>
              <a:gs pos="14000">
                <a:srgbClr val="FFFFFF">
                  <a:alpha val="50000"/>
                </a:srgbClr>
              </a:gs>
              <a:gs pos="13661">
                <a:schemeClr val="accent4"/>
              </a:gs>
              <a:gs pos="100000">
                <a:schemeClr val="accent1">
                  <a:alpha val="0"/>
                </a:schemeClr>
              </a:gs>
            </a:gsLst>
            <a:path path="circle">
              <a:fillToRect l="100000" t="100000"/>
            </a:path>
            <a:tileRect r="-100000" b="-100000"/>
          </a:gradFill>
          <a:ln w="12700">
            <a:miter lim="400000"/>
          </a:ln>
        </p:spPr>
        <p:txBody>
          <a:bodyPr lIns="25400" tIns="25400" rIns="25400" bIns="25400" anchor="ctr"/>
          <a:lstStyle/>
          <a:p>
            <a:pPr lvl="0" algn="ctr" defTabSz="412756"/>
            <a:endParaRPr sz="1600" b="0" i="0" dirty="0">
              <a:solidFill>
                <a:srgbClr val="FFFFFF">
                  <a:alpha val="20092"/>
                </a:srgbClr>
              </a:solidFill>
              <a:latin typeface="Manrope" pitchFamily="2" charset="0"/>
              <a:cs typeface="Arial" panose="020B0604020202020204" pitchFamily="34" charset="0"/>
            </a:endParaRPr>
          </a:p>
        </p:txBody>
      </p:sp>
      <p:cxnSp>
        <p:nvCxnSpPr>
          <p:cNvPr id="17" name="Connettore diritto 16">
            <a:extLst>
              <a:ext uri="{FF2B5EF4-FFF2-40B4-BE49-F238E27FC236}">
                <a16:creationId xmlns:a16="http://schemas.microsoft.com/office/drawing/2014/main" id="{22A5F901-2B40-46CC-9040-75BF8DEA41AF}"/>
              </a:ext>
            </a:extLst>
          </p:cNvPr>
          <p:cNvCxnSpPr>
            <a:cxnSpLocks/>
          </p:cNvCxnSpPr>
          <p:nvPr userDrawn="1"/>
        </p:nvCxnSpPr>
        <p:spPr>
          <a:xfrm>
            <a:off x="11569992" y="0"/>
            <a:ext cx="0" cy="685800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Connettore diritto 17">
            <a:extLst>
              <a:ext uri="{FF2B5EF4-FFF2-40B4-BE49-F238E27FC236}">
                <a16:creationId xmlns:a16="http://schemas.microsoft.com/office/drawing/2014/main" id="{6BCF7785-BB58-48C4-BD31-CE4F3F723E13}"/>
              </a:ext>
            </a:extLst>
          </p:cNvPr>
          <p:cNvCxnSpPr>
            <a:cxnSpLocks/>
          </p:cNvCxnSpPr>
          <p:nvPr userDrawn="1"/>
        </p:nvCxnSpPr>
        <p:spPr>
          <a:xfrm>
            <a:off x="7559558" y="0"/>
            <a:ext cx="0" cy="685800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Connettore diritto 18">
            <a:extLst>
              <a:ext uri="{FF2B5EF4-FFF2-40B4-BE49-F238E27FC236}">
                <a16:creationId xmlns:a16="http://schemas.microsoft.com/office/drawing/2014/main" id="{3B7664FB-610B-4E2F-A935-62A588DBE01F}"/>
              </a:ext>
            </a:extLst>
          </p:cNvPr>
          <p:cNvCxnSpPr>
            <a:cxnSpLocks/>
          </p:cNvCxnSpPr>
          <p:nvPr userDrawn="1"/>
        </p:nvCxnSpPr>
        <p:spPr>
          <a:xfrm>
            <a:off x="0" y="2853390"/>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
        <p:nvSpPr>
          <p:cNvPr id="10" name="CasellaDiTesto 9">
            <a:extLst>
              <a:ext uri="{FF2B5EF4-FFF2-40B4-BE49-F238E27FC236}">
                <a16:creationId xmlns:a16="http://schemas.microsoft.com/office/drawing/2014/main" id="{F6538F45-6D1B-41E8-838C-C591B1FF478E}"/>
              </a:ext>
            </a:extLst>
          </p:cNvPr>
          <p:cNvSpPr txBox="1"/>
          <p:nvPr userDrawn="1"/>
        </p:nvSpPr>
        <p:spPr>
          <a:xfrm>
            <a:off x="516329" y="4858475"/>
            <a:ext cx="3932408" cy="276999"/>
          </a:xfrm>
          <a:prstGeom prst="rect">
            <a:avLst/>
          </a:prstGeom>
          <a:noFill/>
        </p:spPr>
        <p:txBody>
          <a:bodyPr wrap="square" rtlCol="0">
            <a:spAutoFit/>
          </a:bodyPr>
          <a:lstStyle/>
          <a:p>
            <a:r>
              <a:rPr lang="it-IT" sz="1200" b="1" dirty="0">
                <a:solidFill>
                  <a:schemeClr val="tx2"/>
                </a:solidFill>
              </a:rPr>
              <a:t>Contatti</a:t>
            </a:r>
          </a:p>
        </p:txBody>
      </p:sp>
      <p:sp>
        <p:nvSpPr>
          <p:cNvPr id="11" name="Cerchio">
            <a:extLst>
              <a:ext uri="{FF2B5EF4-FFF2-40B4-BE49-F238E27FC236}">
                <a16:creationId xmlns:a16="http://schemas.microsoft.com/office/drawing/2014/main" id="{3BD46F35-D379-4F3F-894D-1B8E2D976FC2}"/>
              </a:ext>
            </a:extLst>
          </p:cNvPr>
          <p:cNvSpPr/>
          <p:nvPr userDrawn="1"/>
        </p:nvSpPr>
        <p:spPr>
          <a:xfrm>
            <a:off x="7559558" y="2853390"/>
            <a:ext cx="4010434" cy="4010172"/>
          </a:xfrm>
          <a:prstGeom prst="ellipse">
            <a:avLst/>
          </a:prstGeom>
          <a:gradFill flip="none" rotWithShape="1">
            <a:gsLst>
              <a:gs pos="14000">
                <a:srgbClr val="FFFFFF">
                  <a:alpha val="50000"/>
                </a:srgbClr>
              </a:gs>
              <a:gs pos="13661">
                <a:schemeClr val="accent4"/>
              </a:gs>
              <a:gs pos="100000">
                <a:schemeClr val="accent1">
                  <a:alpha val="0"/>
                </a:schemeClr>
              </a:gs>
            </a:gsLst>
            <a:path path="circle">
              <a:fillToRect l="100000" t="100000"/>
            </a:path>
            <a:tileRect r="-100000" b="-100000"/>
          </a:gradFill>
          <a:ln w="12700">
            <a:miter lim="400000"/>
          </a:ln>
        </p:spPr>
        <p:txBody>
          <a:bodyPr lIns="25400" tIns="25400" rIns="25400" bIns="25400" anchor="ctr"/>
          <a:lstStyle/>
          <a:p>
            <a:pPr lvl="0" algn="ctr" defTabSz="412756"/>
            <a:endParaRPr sz="1600" b="0" i="0" dirty="0">
              <a:solidFill>
                <a:srgbClr val="FFFFFF">
                  <a:alpha val="20092"/>
                </a:srgbClr>
              </a:solidFill>
              <a:latin typeface="Manrope" pitchFamily="2" charset="0"/>
              <a:cs typeface="Arial" panose="020B0604020202020204" pitchFamily="34" charset="0"/>
            </a:endParaRPr>
          </a:p>
        </p:txBody>
      </p:sp>
      <p:pic>
        <p:nvPicPr>
          <p:cNvPr id="3" name="Elemento grafico 2">
            <a:extLst>
              <a:ext uri="{FF2B5EF4-FFF2-40B4-BE49-F238E27FC236}">
                <a16:creationId xmlns:a16="http://schemas.microsoft.com/office/drawing/2014/main" id="{1CD9AB98-3F20-47D8-A494-A0817F729D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7559" y="558879"/>
            <a:ext cx="3790500" cy="684000"/>
          </a:xfrm>
          <a:prstGeom prst="rect">
            <a:avLst/>
          </a:prstGeom>
        </p:spPr>
      </p:pic>
    </p:spTree>
    <p:extLst>
      <p:ext uri="{BB962C8B-B14F-4D97-AF65-F5344CB8AC3E}">
        <p14:creationId xmlns:p14="http://schemas.microsoft.com/office/powerpoint/2010/main" val="2773704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D93F0EDA-05BE-4DD7-962F-394BE0791CF8}"/>
              </a:ext>
            </a:extLst>
          </p:cNvPr>
          <p:cNvSpPr>
            <a:spLocks noGrp="1"/>
          </p:cNvSpPr>
          <p:nvPr>
            <p:ph type="title"/>
          </p:nvPr>
        </p:nvSpPr>
        <p:spPr>
          <a:xfrm>
            <a:off x="334963" y="808073"/>
            <a:ext cx="11522075" cy="840083"/>
          </a:xfrm>
          <a:prstGeom prst="rect">
            <a:avLst/>
          </a:prstGeom>
        </p:spPr>
        <p:txBody>
          <a:bodyPr vert="horz" lIns="0" tIns="0" rIns="0" bIns="0" rtlCol="0" anchor="t">
            <a:noAutofit/>
          </a:bodyPr>
          <a:lstStyle/>
          <a:p>
            <a:endParaRPr lang="it-IT" dirty="0"/>
          </a:p>
        </p:txBody>
      </p:sp>
      <p:sp>
        <p:nvSpPr>
          <p:cNvPr id="3" name="Segnaposto testo 2">
            <a:extLst>
              <a:ext uri="{FF2B5EF4-FFF2-40B4-BE49-F238E27FC236}">
                <a16:creationId xmlns:a16="http://schemas.microsoft.com/office/drawing/2014/main" id="{8F0C82C2-529C-45CC-B0FD-8E1A68BA426E}"/>
              </a:ext>
            </a:extLst>
          </p:cNvPr>
          <p:cNvSpPr>
            <a:spLocks noGrp="1"/>
          </p:cNvSpPr>
          <p:nvPr>
            <p:ph type="body" idx="1"/>
          </p:nvPr>
        </p:nvSpPr>
        <p:spPr>
          <a:xfrm>
            <a:off x="334963" y="2060575"/>
            <a:ext cx="11522075" cy="4429125"/>
          </a:xfrm>
          <a:prstGeom prst="rect">
            <a:avLst/>
          </a:prstGeom>
        </p:spPr>
        <p:txBody>
          <a:bodyPr vert="horz" lIns="0" tIns="0" rIns="0" bIns="0" rtlCol="0">
            <a:noAutofit/>
          </a:bodyPr>
          <a:lstStyle/>
          <a:p>
            <a:pPr lvl="0"/>
            <a:r>
              <a:rPr lang="it-IT" dirty="0"/>
              <a:t>Fare clic per modificare gli stili del testo dello schema</a:t>
            </a:r>
          </a:p>
          <a:p>
            <a:pPr lvl="0"/>
            <a:r>
              <a:rPr lang="it-IT" dirty="0"/>
              <a:t>Secondo livello</a:t>
            </a:r>
          </a:p>
          <a:p>
            <a:pPr lvl="0"/>
            <a:r>
              <a:rPr lang="it-IT" dirty="0"/>
              <a:t>Terzo livello</a:t>
            </a:r>
          </a:p>
          <a:p>
            <a:pPr lvl="0"/>
            <a:r>
              <a:rPr lang="it-IT" dirty="0"/>
              <a:t>Quarto livello</a:t>
            </a:r>
          </a:p>
          <a:p>
            <a:pPr lvl="0"/>
            <a:r>
              <a:rPr lang="it-IT" dirty="0"/>
              <a:t>Quinto livello</a:t>
            </a:r>
          </a:p>
        </p:txBody>
      </p:sp>
      <p:sp>
        <p:nvSpPr>
          <p:cNvPr id="4" name="Segnaposto data 3">
            <a:extLst>
              <a:ext uri="{FF2B5EF4-FFF2-40B4-BE49-F238E27FC236}">
                <a16:creationId xmlns:a16="http://schemas.microsoft.com/office/drawing/2014/main" id="{3C0DE2DC-DBA6-437E-BB4E-13D6007AE7EE}"/>
              </a:ext>
            </a:extLst>
          </p:cNvPr>
          <p:cNvSpPr>
            <a:spLocks noGrp="1"/>
          </p:cNvSpPr>
          <p:nvPr>
            <p:ph type="dt" sz="half" idx="2"/>
          </p:nvPr>
        </p:nvSpPr>
        <p:spPr>
          <a:xfrm>
            <a:off x="334964" y="39688"/>
            <a:ext cx="2383298" cy="365125"/>
          </a:xfrm>
          <a:prstGeom prst="rect">
            <a:avLst/>
          </a:prstGeom>
        </p:spPr>
        <p:txBody>
          <a:bodyPr vert="horz" lIns="0" tIns="0" rIns="0" bIns="0" rtlCol="0" anchor="b"/>
          <a:lstStyle>
            <a:lvl1pPr algn="l">
              <a:defRPr sz="700" b="1" spc="50" baseline="0">
                <a:solidFill>
                  <a:schemeClr val="tx1">
                    <a:lumMod val="65000"/>
                    <a:lumOff val="35000"/>
                  </a:schemeClr>
                </a:solidFill>
              </a:defRPr>
            </a:lvl1pPr>
          </a:lstStyle>
          <a:p>
            <a:r>
              <a:rPr lang="it-IT"/>
              <a:t>POLITECNICO DI MILANO</a:t>
            </a:r>
            <a:endParaRPr lang="it-IT" dirty="0"/>
          </a:p>
        </p:txBody>
      </p:sp>
      <p:sp>
        <p:nvSpPr>
          <p:cNvPr id="5" name="Segnaposto piè di pagina 4">
            <a:extLst>
              <a:ext uri="{FF2B5EF4-FFF2-40B4-BE49-F238E27FC236}">
                <a16:creationId xmlns:a16="http://schemas.microsoft.com/office/drawing/2014/main" id="{32393C94-ABEE-455B-B13B-0EB6402D37E5}"/>
              </a:ext>
            </a:extLst>
          </p:cNvPr>
          <p:cNvSpPr>
            <a:spLocks noGrp="1"/>
          </p:cNvSpPr>
          <p:nvPr>
            <p:ph type="ftr" sz="quarter" idx="3"/>
          </p:nvPr>
        </p:nvSpPr>
        <p:spPr>
          <a:xfrm>
            <a:off x="3216274" y="39688"/>
            <a:ext cx="7598263" cy="365125"/>
          </a:xfrm>
          <a:prstGeom prst="rect">
            <a:avLst/>
          </a:prstGeom>
        </p:spPr>
        <p:txBody>
          <a:bodyPr vert="horz" lIns="0" tIns="0" rIns="0" bIns="0" rtlCol="0" anchor="b"/>
          <a:lstStyle>
            <a:lvl1pPr algn="l">
              <a:defRPr sz="700" spc="50" baseline="0">
                <a:solidFill>
                  <a:schemeClr val="tx1">
                    <a:lumMod val="65000"/>
                    <a:lumOff val="35000"/>
                  </a:schemeClr>
                </a:solidFill>
              </a:defRPr>
            </a:lvl1pPr>
          </a:lstStyle>
          <a:p>
            <a:r>
              <a:rPr lang="en-US"/>
              <a:t>Department of Energy</a:t>
            </a:r>
            <a:endParaRPr lang="it-IT" dirty="0"/>
          </a:p>
        </p:txBody>
      </p:sp>
      <p:sp>
        <p:nvSpPr>
          <p:cNvPr id="6" name="Segnaposto numero diapositiva 5">
            <a:extLst>
              <a:ext uri="{FF2B5EF4-FFF2-40B4-BE49-F238E27FC236}">
                <a16:creationId xmlns:a16="http://schemas.microsoft.com/office/drawing/2014/main" id="{9A960919-4893-43E8-BAF3-C8C59F419B7B}"/>
              </a:ext>
            </a:extLst>
          </p:cNvPr>
          <p:cNvSpPr>
            <a:spLocks noGrp="1"/>
          </p:cNvSpPr>
          <p:nvPr>
            <p:ph type="sldNum" sz="quarter" idx="4"/>
          </p:nvPr>
        </p:nvSpPr>
        <p:spPr>
          <a:xfrm>
            <a:off x="10814538" y="39688"/>
            <a:ext cx="1042500" cy="365125"/>
          </a:xfrm>
          <a:prstGeom prst="rect">
            <a:avLst/>
          </a:prstGeom>
        </p:spPr>
        <p:txBody>
          <a:bodyPr vert="horz" lIns="0" tIns="0" rIns="0" bIns="0" rtlCol="0" anchor="b"/>
          <a:lstStyle>
            <a:lvl1pPr algn="r">
              <a:defRPr sz="700" spc="50" baseline="0">
                <a:solidFill>
                  <a:schemeClr val="tx1">
                    <a:lumMod val="65000"/>
                    <a:lumOff val="35000"/>
                  </a:schemeClr>
                </a:solidFill>
              </a:defRPr>
            </a:lvl1pPr>
          </a:lstStyle>
          <a:p>
            <a:fld id="{3135EEA2-8D42-4D46-95A6-66E65FDC5EB1}" type="slidenum">
              <a:rPr lang="it-IT" smtClean="0"/>
              <a:pPr/>
              <a:t>‹#›</a:t>
            </a:fld>
            <a:endParaRPr lang="it-IT"/>
          </a:p>
        </p:txBody>
      </p:sp>
    </p:spTree>
    <p:extLst>
      <p:ext uri="{BB962C8B-B14F-4D97-AF65-F5344CB8AC3E}">
        <p14:creationId xmlns:p14="http://schemas.microsoft.com/office/powerpoint/2010/main" val="40321059"/>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0" r:id="rId3"/>
    <p:sldLayoutId id="2147483717" r:id="rId4"/>
    <p:sldLayoutId id="2147483681" r:id="rId5"/>
    <p:sldLayoutId id="2147483682" r:id="rId6"/>
    <p:sldLayoutId id="2147483719" r:id="rId7"/>
    <p:sldLayoutId id="2147483671" r:id="rId8"/>
    <p:sldLayoutId id="2147483726" r:id="rId9"/>
    <p:sldLayoutId id="2147483727" r:id="rId10"/>
    <p:sldLayoutId id="2147483662" r:id="rId11"/>
    <p:sldLayoutId id="2147483670" r:id="rId12"/>
    <p:sldLayoutId id="2147483720" r:id="rId13"/>
    <p:sldLayoutId id="2147483672" r:id="rId14"/>
    <p:sldLayoutId id="2147483677" r:id="rId15"/>
    <p:sldLayoutId id="2147483678" r:id="rId16"/>
    <p:sldLayoutId id="2147483721" r:id="rId17"/>
    <p:sldLayoutId id="2147483723" r:id="rId18"/>
    <p:sldLayoutId id="2147483724" r:id="rId19"/>
    <p:sldLayoutId id="2147483733" r:id="rId20"/>
    <p:sldLayoutId id="2147483734" r:id="rId21"/>
    <p:sldLayoutId id="2147483735" r:id="rId22"/>
    <p:sldLayoutId id="2147483675" r:id="rId23"/>
    <p:sldLayoutId id="2147483676" r:id="rId24"/>
  </p:sldLayoutIdLst>
  <p:hf hdr="0"/>
  <p:txStyles>
    <p:titleStyle>
      <a:lvl1pPr algn="l" defTabSz="914400" rtl="0" eaLnBrk="1" latinLnBrk="0" hangingPunct="1">
        <a:lnSpc>
          <a:spcPct val="100000"/>
        </a:lnSpc>
        <a:spcBef>
          <a:spcPct val="0"/>
        </a:spcBef>
        <a:buNone/>
        <a:defRPr sz="2400" b="1" kern="1200">
          <a:solidFill>
            <a:schemeClr val="tx2"/>
          </a:solidFill>
          <a:latin typeface="+mj-lt"/>
          <a:ea typeface="+mj-ea"/>
          <a:cs typeface="+mj-cs"/>
        </a:defRPr>
      </a:lvl1pPr>
    </p:titleStyle>
    <p:bodyStyle>
      <a:lvl1pPr marL="0" indent="0" algn="l" defTabSz="914400" rtl="0" eaLnBrk="1" latinLnBrk="0" hangingPunct="1">
        <a:lnSpc>
          <a:spcPct val="120000"/>
        </a:lnSpc>
        <a:spcBef>
          <a:spcPts val="0"/>
        </a:spcBef>
        <a:buFont typeface="Arial" panose="020B0604020202020204" pitchFamily="34" charset="0"/>
        <a:buNone/>
        <a:defRPr lang="it-IT" sz="1600" kern="1200" dirty="0">
          <a:solidFill>
            <a:schemeClr val="tx1"/>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lang="it-IT" sz="1600" kern="1200" dirty="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lang="it-IT" sz="1600" kern="1200" dirty="0">
          <a:solidFill>
            <a:schemeClr val="tx1"/>
          </a:solidFill>
          <a:latin typeface="+mn-lt"/>
          <a:ea typeface="+mn-ea"/>
          <a:cs typeface="+mn-cs"/>
        </a:defRPr>
      </a:lvl3pPr>
      <a:lvl4pPr marL="1371600" indent="0" algn="l" defTabSz="914400" rtl="0" eaLnBrk="1" latinLnBrk="0" hangingPunct="1">
        <a:lnSpc>
          <a:spcPct val="120000"/>
        </a:lnSpc>
        <a:spcBef>
          <a:spcPts val="500"/>
        </a:spcBef>
        <a:buFont typeface="Arial" panose="020B0604020202020204" pitchFamily="34" charset="0"/>
        <a:buNone/>
        <a:defRPr lang="it-IT" sz="1600" kern="1200" dirty="0">
          <a:solidFill>
            <a:schemeClr val="tx1"/>
          </a:solidFill>
          <a:latin typeface="+mn-lt"/>
          <a:ea typeface="+mn-ea"/>
          <a:cs typeface="+mn-cs"/>
        </a:defRPr>
      </a:lvl4pPr>
      <a:lvl5pPr marL="1828800" indent="0" algn="l" defTabSz="914400" rtl="0" eaLnBrk="1" latinLnBrk="0" hangingPunct="1">
        <a:lnSpc>
          <a:spcPct val="120000"/>
        </a:lnSpc>
        <a:spcBef>
          <a:spcPts val="500"/>
        </a:spcBef>
        <a:buFont typeface="Arial" panose="020B0604020202020204" pitchFamily="34" charset="0"/>
        <a:buNone/>
        <a:defRPr lang="it-IT" sz="16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469" userDrawn="1">
          <p15:clr>
            <a:srgbClr val="F26B43"/>
          </p15:clr>
        </p15:guide>
        <p15:guide id="2" pos="211" userDrawn="1">
          <p15:clr>
            <a:srgbClr val="F26B43"/>
          </p15:clr>
        </p15:guide>
        <p15:guide id="3" pos="2026" userDrawn="1">
          <p15:clr>
            <a:srgbClr val="F26B43"/>
          </p15:clr>
        </p15:guide>
        <p15:guide id="4" pos="1799" userDrawn="1">
          <p15:clr>
            <a:srgbClr val="F26B43"/>
          </p15:clr>
        </p15:guide>
        <p15:guide id="5" orient="horz" pos="1298" userDrawn="1">
          <p15:clr>
            <a:srgbClr val="F26B43"/>
          </p15:clr>
        </p15:guide>
        <p15:guide id="6" orient="horz" pos="4088" userDrawn="1">
          <p15:clr>
            <a:srgbClr val="F26B43"/>
          </p15:clr>
        </p15:guide>
        <p15:guide id="7" orient="horz" pos="255" userDrawn="1">
          <p15:clr>
            <a:srgbClr val="F26B43"/>
          </p15:clr>
        </p15:guide>
        <p15:guide id="8" orient="horz" pos="981" userDrawn="1">
          <p15:clr>
            <a:srgbClr val="F26B43"/>
          </p15:clr>
        </p15:guide>
        <p15:guide id="9" orient="horz" pos="504" userDrawn="1">
          <p15:clr>
            <a:srgbClr val="F26B43"/>
          </p15:clr>
        </p15:guide>
        <p15:guide id="10"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D93F0EDA-05BE-4DD7-962F-394BE0791CF8}"/>
              </a:ext>
            </a:extLst>
          </p:cNvPr>
          <p:cNvSpPr>
            <a:spLocks noGrp="1"/>
          </p:cNvSpPr>
          <p:nvPr>
            <p:ph type="title"/>
          </p:nvPr>
        </p:nvSpPr>
        <p:spPr>
          <a:xfrm>
            <a:off x="334963" y="808073"/>
            <a:ext cx="11522075" cy="840083"/>
          </a:xfrm>
          <a:prstGeom prst="rect">
            <a:avLst/>
          </a:prstGeom>
        </p:spPr>
        <p:txBody>
          <a:bodyPr vert="horz" lIns="0" tIns="0" rIns="0" bIns="0" rtlCol="0" anchor="b">
            <a:noAutofit/>
          </a:bodyPr>
          <a:lstStyle/>
          <a:p>
            <a:endParaRPr lang="it-IT" dirty="0"/>
          </a:p>
        </p:txBody>
      </p:sp>
      <p:sp>
        <p:nvSpPr>
          <p:cNvPr id="3" name="Segnaposto testo 2">
            <a:extLst>
              <a:ext uri="{FF2B5EF4-FFF2-40B4-BE49-F238E27FC236}">
                <a16:creationId xmlns:a16="http://schemas.microsoft.com/office/drawing/2014/main" id="{8F0C82C2-529C-45CC-B0FD-8E1A68BA426E}"/>
              </a:ext>
            </a:extLst>
          </p:cNvPr>
          <p:cNvSpPr>
            <a:spLocks noGrp="1"/>
          </p:cNvSpPr>
          <p:nvPr>
            <p:ph type="body" idx="1"/>
          </p:nvPr>
        </p:nvSpPr>
        <p:spPr>
          <a:xfrm>
            <a:off x="334963" y="2060575"/>
            <a:ext cx="11522075" cy="4429125"/>
          </a:xfrm>
          <a:prstGeom prst="rect">
            <a:avLst/>
          </a:prstGeom>
        </p:spPr>
        <p:txBody>
          <a:bodyPr vert="horz" lIns="0" tIns="0" rIns="0" bIns="0" rtlCol="0">
            <a:normAutofit/>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Tree>
    <p:extLst>
      <p:ext uri="{BB962C8B-B14F-4D97-AF65-F5344CB8AC3E}">
        <p14:creationId xmlns:p14="http://schemas.microsoft.com/office/powerpoint/2010/main" val="4066552547"/>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Lst>
  <p:hf hdr="0"/>
  <p:txStyles>
    <p:titleStyle>
      <a:lvl1pPr algn="l" defTabSz="914400" rtl="0" eaLnBrk="1" latinLnBrk="0" hangingPunct="1">
        <a:lnSpc>
          <a:spcPct val="100000"/>
        </a:lnSpc>
        <a:spcBef>
          <a:spcPct val="0"/>
        </a:spcBef>
        <a:buNone/>
        <a:defRPr sz="6000" b="1" kern="1200">
          <a:solidFill>
            <a:schemeClr val="tx2"/>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lang="it-IT" sz="1400" kern="1200" dirty="0">
          <a:solidFill>
            <a:schemeClr val="tx1"/>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lang="it-IT" sz="1400" kern="1200" dirty="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lang="it-IT" sz="1400" kern="1200" dirty="0">
          <a:solidFill>
            <a:schemeClr val="tx1"/>
          </a:solidFill>
          <a:latin typeface="+mn-lt"/>
          <a:ea typeface="+mn-ea"/>
          <a:cs typeface="+mn-cs"/>
        </a:defRPr>
      </a:lvl3pPr>
      <a:lvl4pPr marL="1371600" indent="0" algn="l" defTabSz="914400" rtl="0" eaLnBrk="1" latinLnBrk="0" hangingPunct="1">
        <a:lnSpc>
          <a:spcPct val="120000"/>
        </a:lnSpc>
        <a:spcBef>
          <a:spcPts val="500"/>
        </a:spcBef>
        <a:buFont typeface="Arial" panose="020B0604020202020204" pitchFamily="34" charset="0"/>
        <a:buNone/>
        <a:defRPr lang="it-IT" sz="1400" kern="1200" dirty="0">
          <a:solidFill>
            <a:schemeClr val="tx1"/>
          </a:solidFill>
          <a:latin typeface="+mn-lt"/>
          <a:ea typeface="+mn-ea"/>
          <a:cs typeface="+mn-cs"/>
        </a:defRPr>
      </a:lvl4pPr>
      <a:lvl5pPr marL="1828800" indent="0" algn="l" defTabSz="914400" rtl="0" eaLnBrk="1" latinLnBrk="0" hangingPunct="1">
        <a:lnSpc>
          <a:spcPct val="120000"/>
        </a:lnSpc>
        <a:spcBef>
          <a:spcPts val="500"/>
        </a:spcBef>
        <a:buFont typeface="Arial" panose="020B0604020202020204" pitchFamily="34" charset="0"/>
        <a:buNone/>
        <a:defRPr lang="it-IT" sz="14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469" userDrawn="1">
          <p15:clr>
            <a:srgbClr val="F26B43"/>
          </p15:clr>
        </p15:guide>
        <p15:guide id="2" pos="211" userDrawn="1">
          <p15:clr>
            <a:srgbClr val="F26B43"/>
          </p15:clr>
        </p15:guide>
        <p15:guide id="3" pos="2026" userDrawn="1">
          <p15:clr>
            <a:srgbClr val="F26B43"/>
          </p15:clr>
        </p15:guide>
        <p15:guide id="4" pos="1799" userDrawn="1">
          <p15:clr>
            <a:srgbClr val="F26B43"/>
          </p15:clr>
        </p15:guide>
        <p15:guide id="5" orient="horz" pos="1298" userDrawn="1">
          <p15:clr>
            <a:srgbClr val="F26B43"/>
          </p15:clr>
        </p15:guide>
        <p15:guide id="6" orient="horz" pos="4088" userDrawn="1">
          <p15:clr>
            <a:srgbClr val="F26B43"/>
          </p15:clr>
        </p15:guide>
        <p15:guide id="7" orient="horz" pos="255" userDrawn="1">
          <p15:clr>
            <a:srgbClr val="F26B43"/>
          </p15:clr>
        </p15:guide>
        <p15:guide id="8" orient="horz" pos="981" userDrawn="1">
          <p15:clr>
            <a:srgbClr val="F26B43"/>
          </p15:clr>
        </p15:guide>
        <p15:guide id="9" orient="horz" pos="504" userDrawn="1">
          <p15:clr>
            <a:srgbClr val="F26B43"/>
          </p15:clr>
        </p15:guide>
        <p15:guide id="10"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8.xml"/><Relationship Id="rId5" Type="http://schemas.openxmlformats.org/officeDocument/2006/relationships/image" Target="../media/image14.emf"/><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a16:creationId xmlns:a16="http://schemas.microsoft.com/office/drawing/2014/main" id="{026BBB7E-2B72-48A5-B8AC-092CE1F3CB5C}"/>
              </a:ext>
            </a:extLst>
          </p:cNvPr>
          <p:cNvSpPr>
            <a:spLocks noGrp="1"/>
          </p:cNvSpPr>
          <p:nvPr>
            <p:ph type="body" sz="quarter" idx="21"/>
          </p:nvPr>
        </p:nvSpPr>
        <p:spPr/>
        <p:txBody>
          <a:bodyPr/>
          <a:lstStyle/>
          <a:p>
            <a:r>
              <a:rPr lang="en-US" noProof="0" dirty="0"/>
              <a:t>24.04.2025|  </a:t>
            </a:r>
            <a:r>
              <a:rPr lang="en-US" noProof="0" dirty="0">
                <a:solidFill>
                  <a:srgbClr val="102C53"/>
                </a:solidFill>
              </a:rPr>
              <a:t>Valeria</a:t>
            </a:r>
            <a:r>
              <a:rPr lang="en-US" noProof="0" dirty="0"/>
              <a:t> Baiocco</a:t>
            </a:r>
          </a:p>
        </p:txBody>
      </p:sp>
      <p:sp>
        <p:nvSpPr>
          <p:cNvPr id="3" name="Titolo 2">
            <a:extLst>
              <a:ext uri="{FF2B5EF4-FFF2-40B4-BE49-F238E27FC236}">
                <a16:creationId xmlns:a16="http://schemas.microsoft.com/office/drawing/2014/main" id="{139C8332-124C-4AAA-8F96-961CED6E62F0}"/>
              </a:ext>
            </a:extLst>
          </p:cNvPr>
          <p:cNvSpPr>
            <a:spLocks noGrp="1"/>
          </p:cNvSpPr>
          <p:nvPr>
            <p:ph type="title"/>
          </p:nvPr>
        </p:nvSpPr>
        <p:spPr>
          <a:xfrm>
            <a:off x="801236" y="2266950"/>
            <a:ext cx="10476364" cy="2324100"/>
          </a:xfrm>
        </p:spPr>
        <p:txBody>
          <a:bodyPr/>
          <a:lstStyle/>
          <a:p>
            <a:pPr algn="l"/>
            <a:r>
              <a:rPr lang="en-US" sz="3200" b="0" noProof="0" dirty="0">
                <a:latin typeface="Calibri" panose="020F0502020204030204" pitchFamily="34" charset="0"/>
              </a:rPr>
              <a:t>GSA Theory and Implementation in </a:t>
            </a:r>
            <a:r>
              <a:rPr lang="en-US" sz="3200" b="0" noProof="0" dirty="0" err="1">
                <a:latin typeface="Calibri" panose="020F0502020204030204" pitchFamily="34" charset="0"/>
              </a:rPr>
              <a:t>CVXLab</a:t>
            </a:r>
            <a:endParaRPr lang="en-US" sz="3200" b="0" i="0" u="none" strike="noStrike" baseline="0" noProof="0" dirty="0">
              <a:latin typeface="Calibri" panose="020F0502020204030204" pitchFamily="34" charset="0"/>
            </a:endParaRPr>
          </a:p>
        </p:txBody>
      </p:sp>
    </p:spTree>
    <p:extLst>
      <p:ext uri="{BB962C8B-B14F-4D97-AF65-F5344CB8AC3E}">
        <p14:creationId xmlns:p14="http://schemas.microsoft.com/office/powerpoint/2010/main" val="3921913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C7D1BF5-87C2-48DD-AB8C-CA3CACCAD616}"/>
              </a:ext>
            </a:extLst>
          </p:cNvPr>
          <p:cNvSpPr>
            <a:spLocks noGrp="1"/>
          </p:cNvSpPr>
          <p:nvPr>
            <p:ph type="title"/>
          </p:nvPr>
        </p:nvSpPr>
        <p:spPr/>
        <p:txBody>
          <a:bodyPr/>
          <a:lstStyle/>
          <a:p>
            <a:r>
              <a:rPr lang="en-US" noProof="0" dirty="0"/>
              <a:t>GSA - Theory</a:t>
            </a:r>
          </a:p>
        </p:txBody>
      </p:sp>
      <p:sp>
        <p:nvSpPr>
          <p:cNvPr id="3" name="Segnaposto data 2">
            <a:extLst>
              <a:ext uri="{FF2B5EF4-FFF2-40B4-BE49-F238E27FC236}">
                <a16:creationId xmlns:a16="http://schemas.microsoft.com/office/drawing/2014/main" id="{81A345C3-1AA5-4207-ADA3-AF6AA6FE4242}"/>
              </a:ext>
            </a:extLst>
          </p:cNvPr>
          <p:cNvSpPr>
            <a:spLocks noGrp="1"/>
          </p:cNvSpPr>
          <p:nvPr>
            <p:ph type="dt" sz="half" idx="14"/>
          </p:nvPr>
        </p:nvSpPr>
        <p:spPr>
          <a:xfrm>
            <a:off x="334964" y="39688"/>
            <a:ext cx="2383298" cy="365125"/>
          </a:xfrm>
        </p:spPr>
        <p:txBody>
          <a:bodyPr/>
          <a:lstStyle/>
          <a:p>
            <a:r>
              <a:rPr lang="en-US" noProof="0" dirty="0"/>
              <a:t>POLITECNICO DI MILANO</a:t>
            </a:r>
          </a:p>
        </p:txBody>
      </p:sp>
      <p:sp>
        <p:nvSpPr>
          <p:cNvPr id="4" name="Segnaposto piè di pagina 3">
            <a:extLst>
              <a:ext uri="{FF2B5EF4-FFF2-40B4-BE49-F238E27FC236}">
                <a16:creationId xmlns:a16="http://schemas.microsoft.com/office/drawing/2014/main" id="{4EF1C5EA-D8D5-4399-9733-C7AE03BB6786}"/>
              </a:ext>
            </a:extLst>
          </p:cNvPr>
          <p:cNvSpPr>
            <a:spLocks noGrp="1"/>
          </p:cNvSpPr>
          <p:nvPr>
            <p:ph type="ftr" sz="quarter" idx="15"/>
          </p:nvPr>
        </p:nvSpPr>
        <p:spPr>
          <a:xfrm>
            <a:off x="3216274" y="39688"/>
            <a:ext cx="7598263" cy="365125"/>
          </a:xfrm>
        </p:spPr>
        <p:txBody>
          <a:bodyPr/>
          <a:lstStyle/>
          <a:p>
            <a:r>
              <a:rPr lang="en-US" noProof="0" dirty="0"/>
              <a:t>Department of Energy</a:t>
            </a:r>
          </a:p>
        </p:txBody>
      </p:sp>
      <p:sp>
        <p:nvSpPr>
          <p:cNvPr id="5" name="Segnaposto numero diapositiva 4">
            <a:extLst>
              <a:ext uri="{FF2B5EF4-FFF2-40B4-BE49-F238E27FC236}">
                <a16:creationId xmlns:a16="http://schemas.microsoft.com/office/drawing/2014/main" id="{89F921F1-17B0-49B1-BE1B-E6336170F2B3}"/>
              </a:ext>
            </a:extLst>
          </p:cNvPr>
          <p:cNvSpPr>
            <a:spLocks noGrp="1"/>
          </p:cNvSpPr>
          <p:nvPr>
            <p:ph type="sldNum" sz="quarter" idx="16"/>
          </p:nvPr>
        </p:nvSpPr>
        <p:spPr>
          <a:xfrm>
            <a:off x="10814538" y="39688"/>
            <a:ext cx="1042500" cy="365125"/>
          </a:xfrm>
        </p:spPr>
        <p:txBody>
          <a:bodyPr/>
          <a:lstStyle/>
          <a:p>
            <a:fld id="{3135EEA2-8D42-4D46-95A6-66E65FDC5EB1}" type="slidenum">
              <a:rPr lang="en-US" noProof="0" smtClean="0"/>
              <a:pPr/>
              <a:t>2</a:t>
            </a:fld>
            <a:endParaRPr lang="en-US" noProof="0" dirty="0"/>
          </a:p>
        </p:txBody>
      </p:sp>
      <p:pic>
        <p:nvPicPr>
          <p:cNvPr id="7" name="Picture 6">
            <a:extLst>
              <a:ext uri="{FF2B5EF4-FFF2-40B4-BE49-F238E27FC236}">
                <a16:creationId xmlns:a16="http://schemas.microsoft.com/office/drawing/2014/main" id="{49C09475-1B4C-2B6F-0EE1-CD88B3475B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330" y="2222791"/>
            <a:ext cx="2189598" cy="2863516"/>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C59406A-D5F0-CFA0-F393-7D8B5DC1F9A0}"/>
                  </a:ext>
                </a:extLst>
              </p:cNvPr>
              <p:cNvSpPr txBox="1"/>
              <p:nvPr/>
            </p:nvSpPr>
            <p:spPr>
              <a:xfrm>
                <a:off x="2611914" y="1781436"/>
                <a:ext cx="9425756" cy="4109395"/>
              </a:xfrm>
              <a:prstGeom prst="rect">
                <a:avLst/>
              </a:prstGeom>
              <a:noFill/>
            </p:spPr>
            <p:txBody>
              <a:bodyPr wrap="square" rtlCol="0">
                <a:spAutoFit/>
              </a:bodyPr>
              <a:lstStyle/>
              <a:p>
                <a:r>
                  <a:rPr lang="en-US" sz="1000" b="1" noProof="0" dirty="0">
                    <a:solidFill>
                      <a:schemeClr val="tx2"/>
                    </a:solidFill>
                  </a:rPr>
                  <a:t>Local vs Global Sensitivity Analysis</a:t>
                </a:r>
              </a:p>
              <a:p>
                <a:endParaRPr lang="en-US" sz="1000" noProof="0" dirty="0">
                  <a:solidFill>
                    <a:schemeClr val="tx2"/>
                  </a:solidFill>
                </a:endParaRPr>
              </a:p>
              <a:p>
                <a:r>
                  <a:rPr lang="en-US" sz="1000" noProof="0" dirty="0">
                    <a:solidFill>
                      <a:schemeClr val="tx2"/>
                    </a:solidFill>
                  </a:rPr>
                  <a:t>Local Sensitivity Analysis (Derivative Method)</a:t>
                </a:r>
              </a:p>
              <a:p>
                <a:endParaRPr lang="en-US" sz="1000" noProof="0" dirty="0">
                  <a:solidFill>
                    <a:schemeClr val="tx2"/>
                  </a:solidFill>
                </a:endParaRPr>
              </a:p>
              <a:p>
                <a:r>
                  <a:rPr lang="en-US" sz="1000" noProof="0" dirty="0">
                    <a:solidFill>
                      <a:schemeClr val="tx2"/>
                    </a:solidFill>
                  </a:rPr>
                  <a:t>LSA is valid when:</a:t>
                </a:r>
              </a:p>
              <a:p>
                <a:pPr marL="171450" indent="-171450">
                  <a:buFont typeface="Arial" panose="020B0604020202020204" pitchFamily="34" charset="0"/>
                  <a:buChar char="•"/>
                </a:pPr>
                <a:r>
                  <a:rPr lang="en-US" sz="1000" noProof="0" dirty="0">
                    <a:solidFill>
                      <a:schemeClr val="tx2"/>
                    </a:solidFill>
                  </a:rPr>
                  <a:t>the model is approximately linear in the region of interest; </a:t>
                </a:r>
              </a:p>
              <a:p>
                <a:pPr marL="171450" indent="-171450">
                  <a:buFont typeface="Arial" panose="020B0604020202020204" pitchFamily="34" charset="0"/>
                  <a:buChar char="•"/>
                </a:pPr>
                <a:r>
                  <a:rPr lang="en-US" sz="1000" noProof="0" dirty="0">
                    <a:solidFill>
                      <a:schemeClr val="tx2"/>
                    </a:solidFill>
                  </a:rPr>
                  <a:t>the model is </a:t>
                </a:r>
                <a:r>
                  <a:rPr lang="en-US" sz="1000" b="1" noProof="0" dirty="0">
                    <a:solidFill>
                      <a:schemeClr val="tx2"/>
                    </a:solidFill>
                  </a:rPr>
                  <a:t>monotonic</a:t>
                </a:r>
                <a:r>
                  <a:rPr lang="en-US" sz="1000" noProof="0" dirty="0">
                    <a:solidFill>
                      <a:schemeClr val="tx2"/>
                    </a:solidFill>
                  </a:rPr>
                  <a:t> with respect to each input; </a:t>
                </a:r>
              </a:p>
              <a:p>
                <a:pPr marL="171450" indent="-171450">
                  <a:buFont typeface="Arial" panose="020B0604020202020204" pitchFamily="34" charset="0"/>
                  <a:buChar char="•"/>
                </a:pPr>
                <a:r>
                  <a:rPr lang="en-US" sz="1000" noProof="0" dirty="0">
                    <a:solidFill>
                      <a:schemeClr val="tx2"/>
                    </a:solidFill>
                  </a:rPr>
                  <a:t>interactions between inputs are negligible; </a:t>
                </a:r>
              </a:p>
              <a:p>
                <a:pPr marL="171450" indent="-171450">
                  <a:buFont typeface="Arial" panose="020B0604020202020204" pitchFamily="34" charset="0"/>
                  <a:buChar char="•"/>
                </a:pPr>
                <a:r>
                  <a:rPr lang="en-US" sz="1000" noProof="0" dirty="0">
                    <a:solidFill>
                      <a:schemeClr val="tx2"/>
                    </a:solidFill>
                  </a:rPr>
                  <a:t>input uncertainties are small, so that a local approximation is representative of the global behavior.</a:t>
                </a:r>
              </a:p>
              <a:p>
                <a:endParaRPr lang="en-US" sz="1000" noProof="0" dirty="0">
                  <a:solidFill>
                    <a:schemeClr val="tx2"/>
                  </a:solidFill>
                </a:endParaRPr>
              </a:p>
              <a:p>
                <a:r>
                  <a:rPr lang="en-US" sz="1000" noProof="0" dirty="0">
                    <a:solidFill>
                      <a:schemeClr val="tx2"/>
                    </a:solidFill>
                  </a:rPr>
                  <a:t>LSA becomes inadequate when these conditions are violated. </a:t>
                </a:r>
              </a:p>
              <a:p>
                <a:endParaRPr lang="en-US" sz="1000" b="1" noProof="0" dirty="0">
                  <a:solidFill>
                    <a:schemeClr val="tx2"/>
                  </a:solidFill>
                </a:endParaRPr>
              </a:p>
              <a:p>
                <a:endParaRPr lang="en-US" sz="1000" b="1" noProof="0" dirty="0">
                  <a:solidFill>
                    <a:schemeClr val="tx2"/>
                  </a:solidFill>
                </a:endParaRPr>
              </a:p>
              <a:p>
                <a:r>
                  <a:rPr lang="en-US" sz="1000" noProof="0" dirty="0">
                    <a:solidFill>
                      <a:schemeClr val="tx2"/>
                    </a:solidFill>
                  </a:rPr>
                  <a:t>In such cases, sensitivity cannot be characterized by local derivatives, and a GSA is required.</a:t>
                </a:r>
              </a:p>
              <a:p>
                <a:endParaRPr lang="en-US" sz="1000" b="1" noProof="0" dirty="0">
                  <a:solidFill>
                    <a:schemeClr val="tx2"/>
                  </a:solidFill>
                </a:endParaRPr>
              </a:p>
              <a:p>
                <a:r>
                  <a:rPr lang="en-US" sz="1000" noProof="0" dirty="0">
                    <a:solidFill>
                      <a:schemeClr val="tx2"/>
                    </a:solidFill>
                  </a:rPr>
                  <a:t>Within the GSA framework, the Primer identifies different methodological approaches:</a:t>
                </a:r>
              </a:p>
              <a:p>
                <a:endParaRPr lang="en-US" sz="1000" noProof="0" dirty="0">
                  <a:solidFill>
                    <a:schemeClr val="tx2"/>
                  </a:solidFill>
                </a:endParaRPr>
              </a:p>
              <a:p>
                <a:pPr marL="171450" indent="-171450">
                  <a:lnSpc>
                    <a:spcPct val="150000"/>
                  </a:lnSpc>
                  <a:buFont typeface="Arial" panose="020B0604020202020204" pitchFamily="34" charset="0"/>
                  <a:buChar char="•"/>
                </a:pPr>
                <a:r>
                  <a:rPr lang="en-US" sz="1000" b="1" noProof="0" dirty="0">
                    <a:solidFill>
                      <a:schemeClr val="tx2"/>
                    </a:solidFill>
                  </a:rPr>
                  <a:t>variance-based methods</a:t>
                </a:r>
                <a:r>
                  <a:rPr lang="en-US" sz="1000" noProof="0" dirty="0">
                    <a:solidFill>
                      <a:schemeClr val="tx2"/>
                    </a:solidFill>
                  </a:rPr>
                  <a:t>(Sobol) -&gt;Goal  : Full quantitative decomposition of uncertainty </a:t>
                </a:r>
              </a:p>
              <a:p>
                <a:pPr>
                  <a:lnSpc>
                    <a:spcPct val="150000"/>
                  </a:lnSpc>
                </a:pPr>
                <a:r>
                  <a:rPr lang="en-US" sz="1000" i="1" noProof="0" dirty="0">
                    <a:solidFill>
                      <a:schemeClr val="tx2"/>
                    </a:solidFill>
                  </a:rPr>
                  <a:t>	How much of the variance of  </a:t>
                </a:r>
                <a14:m>
                  <m:oMath xmlns:m="http://schemas.openxmlformats.org/officeDocument/2006/math">
                    <m:r>
                      <a:rPr lang="en-US" sz="1200" i="1" noProof="0" smtClean="0">
                        <a:solidFill>
                          <a:schemeClr val="tx2"/>
                        </a:solidFill>
                        <a:latin typeface="Cambria Math" panose="02040503050406030204" pitchFamily="18" charset="0"/>
                      </a:rPr>
                      <m:t>𝑌</m:t>
                    </m:r>
                  </m:oMath>
                </a14:m>
                <a:r>
                  <a:rPr lang="en-US" sz="1000" i="1" noProof="0" dirty="0">
                    <a:solidFill>
                      <a:schemeClr val="tx2"/>
                    </a:solidFill>
                  </a:rPr>
                  <a:t>is explained by each input and by their interactions?</a:t>
                </a:r>
              </a:p>
              <a:p>
                <a:pPr marL="171450" indent="-171450">
                  <a:lnSpc>
                    <a:spcPct val="150000"/>
                  </a:lnSpc>
                  <a:buFont typeface="Arial" panose="020B0604020202020204" pitchFamily="34" charset="0"/>
                  <a:buChar char="•"/>
                </a:pPr>
                <a:r>
                  <a:rPr lang="en-US" sz="1000" b="1" noProof="0" dirty="0">
                    <a:solidFill>
                      <a:schemeClr val="tx2"/>
                    </a:solidFill>
                  </a:rPr>
                  <a:t>screening methods</a:t>
                </a:r>
                <a:r>
                  <a:rPr lang="en-US" sz="1000" noProof="0" dirty="0">
                    <a:solidFill>
                      <a:schemeClr val="tx2"/>
                    </a:solidFill>
                  </a:rPr>
                  <a:t>  (Morris) -&gt; Goal: Dimension reduction </a:t>
                </a:r>
              </a:p>
              <a:p>
                <a:pPr>
                  <a:lnSpc>
                    <a:spcPct val="150000"/>
                  </a:lnSpc>
                </a:pPr>
                <a:r>
                  <a:rPr lang="en-US" sz="1000" i="1" noProof="0" dirty="0">
                    <a:solidFill>
                      <a:schemeClr val="tx2"/>
                    </a:solidFill>
                  </a:rPr>
                  <a:t>	Which uncertain  inputs significantly affects my output? Which are negligible? </a:t>
                </a:r>
                <a:r>
                  <a:rPr lang="en-US" sz="1000" noProof="0" dirty="0">
                    <a:solidFill>
                      <a:schemeClr val="tx2"/>
                    </a:solidFill>
                  </a:rPr>
                  <a:t> </a:t>
                </a:r>
              </a:p>
              <a:p>
                <a:pPr marL="171450" indent="-171450">
                  <a:lnSpc>
                    <a:spcPct val="150000"/>
                  </a:lnSpc>
                  <a:buFont typeface="Arial" panose="020B0604020202020204" pitchFamily="34" charset="0"/>
                  <a:buChar char="•"/>
                </a:pPr>
                <a:r>
                  <a:rPr lang="en-US" sz="1000" b="1" noProof="0" dirty="0">
                    <a:solidFill>
                      <a:schemeClr val="tx2"/>
                    </a:solidFill>
                  </a:rPr>
                  <a:t>sampling-based approaches</a:t>
                </a:r>
                <a:r>
                  <a:rPr lang="en-US" sz="1000" noProof="0" dirty="0">
                    <a:solidFill>
                      <a:schemeClr val="tx2"/>
                    </a:solidFill>
                  </a:rPr>
                  <a:t>  (Monte Carlo Filtering) -&gt; Goal: Identify which inputs drive specific outcomes or behaviors</a:t>
                </a:r>
              </a:p>
              <a:p>
                <a:pPr>
                  <a:lnSpc>
                    <a:spcPct val="150000"/>
                  </a:lnSpc>
                </a:pPr>
                <a:r>
                  <a:rPr lang="en-US" sz="1000" i="1" noProof="0" dirty="0">
                    <a:solidFill>
                      <a:schemeClr val="tx2"/>
                    </a:solidFill>
                  </a:rPr>
                  <a:t>	Which inputs are associated with “good” vs “bad” model outcomes?</a:t>
                </a:r>
                <a:endParaRPr lang="en-US" sz="1000" b="1" i="1" noProof="0" dirty="0">
                  <a:solidFill>
                    <a:schemeClr val="tx2"/>
                  </a:solidFill>
                </a:endParaRPr>
              </a:p>
            </p:txBody>
          </p:sp>
        </mc:Choice>
        <mc:Fallback xmlns="">
          <p:sp>
            <p:nvSpPr>
              <p:cNvPr id="8" name="TextBox 7">
                <a:extLst>
                  <a:ext uri="{FF2B5EF4-FFF2-40B4-BE49-F238E27FC236}">
                    <a16:creationId xmlns:a16="http://schemas.microsoft.com/office/drawing/2014/main" id="{4C59406A-D5F0-CFA0-F393-7D8B5DC1F9A0}"/>
                  </a:ext>
                </a:extLst>
              </p:cNvPr>
              <p:cNvSpPr txBox="1">
                <a:spLocks noRot="1" noChangeAspect="1" noMove="1" noResize="1" noEditPoints="1" noAdjustHandles="1" noChangeArrowheads="1" noChangeShapeType="1" noTextEdit="1"/>
              </p:cNvSpPr>
              <p:nvPr/>
            </p:nvSpPr>
            <p:spPr>
              <a:xfrm>
                <a:off x="2611914" y="1781436"/>
                <a:ext cx="9425756" cy="410939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81C1359-3458-AF09-1B49-CA5104A51BDB}"/>
                  </a:ext>
                </a:extLst>
              </p:cNvPr>
              <p:cNvSpPr txBox="1"/>
              <p:nvPr/>
            </p:nvSpPr>
            <p:spPr>
              <a:xfrm>
                <a:off x="8909230" y="1460615"/>
                <a:ext cx="2947806" cy="2193934"/>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sz="800" noProof="0" dirty="0">
                    <a:solidFill>
                      <a:schemeClr val="tx2"/>
                    </a:solidFill>
                  </a:rPr>
                  <a:t>A </a:t>
                </a:r>
                <a:r>
                  <a:rPr lang="en-US" sz="800" b="1" noProof="0" dirty="0">
                    <a:solidFill>
                      <a:schemeClr val="tx2"/>
                    </a:solidFill>
                  </a:rPr>
                  <a:t>monotonic model</a:t>
                </a:r>
                <a:r>
                  <a:rPr lang="en-US" sz="800" noProof="0" dirty="0">
                    <a:solidFill>
                      <a:schemeClr val="tx2"/>
                    </a:solidFill>
                  </a:rPr>
                  <a:t> is a model in which the output </a:t>
                </a:r>
                <a14:m>
                  <m:oMath xmlns:m="http://schemas.openxmlformats.org/officeDocument/2006/math">
                    <m:r>
                      <a:rPr lang="en-US" sz="800" i="1" noProof="0">
                        <a:solidFill>
                          <a:schemeClr val="tx2"/>
                        </a:solidFill>
                        <a:latin typeface="Cambria Math" panose="02040503050406030204" pitchFamily="18" charset="0"/>
                      </a:rPr>
                      <m:t>𝑌</m:t>
                    </m:r>
                  </m:oMath>
                </a14:m>
                <a:r>
                  <a:rPr lang="en-US" sz="800" noProof="0" dirty="0">
                    <a:solidFill>
                      <a:schemeClr val="tx2"/>
                    </a:solidFill>
                  </a:rPr>
                  <a:t> changes consistently in one direction as an input </a:t>
                </a:r>
                <a14:m>
                  <m:oMath xmlns:m="http://schemas.openxmlformats.org/officeDocument/2006/math">
                    <m:sSub>
                      <m:sSubPr>
                        <m:ctrlPr>
                          <a:rPr lang="en-US" sz="800" i="1" noProof="0" smtClean="0">
                            <a:solidFill>
                              <a:schemeClr val="tx2"/>
                            </a:solidFill>
                            <a:latin typeface="Cambria Math" panose="02040503050406030204" pitchFamily="18" charset="0"/>
                          </a:rPr>
                        </m:ctrlPr>
                      </m:sSubPr>
                      <m:e>
                        <m:r>
                          <a:rPr lang="en-US" sz="800" i="1" noProof="0" smtClean="0">
                            <a:solidFill>
                              <a:schemeClr val="tx2"/>
                            </a:solidFill>
                            <a:latin typeface="Cambria Math" panose="02040503050406030204" pitchFamily="18" charset="0"/>
                          </a:rPr>
                          <m:t>𝑋</m:t>
                        </m:r>
                      </m:e>
                      <m:sub>
                        <m:r>
                          <a:rPr lang="en-US" sz="800" i="1" noProof="0" smtClean="0">
                            <a:solidFill>
                              <a:schemeClr val="tx2"/>
                            </a:solidFill>
                            <a:latin typeface="Cambria Math" panose="02040503050406030204" pitchFamily="18" charset="0"/>
                          </a:rPr>
                          <m:t>𝑖</m:t>
                        </m:r>
                      </m:sub>
                    </m:sSub>
                  </m:oMath>
                </a14:m>
                <a:r>
                  <a:rPr lang="en-US" sz="800" noProof="0" dirty="0">
                    <a:solidFill>
                      <a:schemeClr val="tx2"/>
                    </a:solidFill>
                  </a:rPr>
                  <a:t>varies, while all other inputs are held fixed.</a:t>
                </a:r>
              </a:p>
              <a:p>
                <a:r>
                  <a:rPr lang="en-US" sz="800" noProof="0" dirty="0">
                    <a:solidFill>
                      <a:schemeClr val="tx2"/>
                    </a:solidFill>
                  </a:rPr>
                  <a:t>Formally, for each input </a:t>
                </a:r>
                <a14:m>
                  <m:oMath xmlns:m="http://schemas.openxmlformats.org/officeDocument/2006/math">
                    <m:sSub>
                      <m:sSubPr>
                        <m:ctrlPr>
                          <a:rPr lang="en-US" sz="800" i="1" noProof="0" smtClean="0">
                            <a:solidFill>
                              <a:schemeClr val="tx2"/>
                            </a:solidFill>
                            <a:latin typeface="Cambria Math" panose="02040503050406030204" pitchFamily="18" charset="0"/>
                          </a:rPr>
                        </m:ctrlPr>
                      </m:sSubPr>
                      <m:e>
                        <m:r>
                          <a:rPr lang="en-US" sz="800" i="1" noProof="0" smtClean="0">
                            <a:solidFill>
                              <a:schemeClr val="tx2"/>
                            </a:solidFill>
                            <a:latin typeface="Cambria Math" panose="02040503050406030204" pitchFamily="18" charset="0"/>
                          </a:rPr>
                          <m:t>𝑋</m:t>
                        </m:r>
                      </m:e>
                      <m:sub>
                        <m:r>
                          <a:rPr lang="en-US" sz="800" i="1" noProof="0" smtClean="0">
                            <a:solidFill>
                              <a:schemeClr val="tx2"/>
                            </a:solidFill>
                            <a:latin typeface="Cambria Math" panose="02040503050406030204" pitchFamily="18" charset="0"/>
                          </a:rPr>
                          <m:t>𝑖</m:t>
                        </m:r>
                      </m:sub>
                    </m:sSub>
                  </m:oMath>
                </a14:m>
                <a:r>
                  <a:rPr lang="en-US" sz="800" noProof="0" dirty="0">
                    <a:solidFill>
                      <a:schemeClr val="tx2"/>
                    </a:solidFill>
                  </a:rPr>
                  <a:t>:</a:t>
                </a:r>
              </a:p>
              <a:p>
                <a:pPr marL="171450" indent="-171450">
                  <a:buFont typeface="Arial" panose="020B0604020202020204" pitchFamily="34" charset="0"/>
                  <a:buChar char="•"/>
                </a:pPr>
                <a:r>
                  <a:rPr lang="en-US" sz="800" noProof="0" dirty="0">
                    <a:solidFill>
                      <a:schemeClr val="tx2"/>
                    </a:solidFill>
                  </a:rPr>
                  <a:t>the model is </a:t>
                </a:r>
                <a:r>
                  <a:rPr lang="en-US" sz="800" b="1" noProof="0" dirty="0">
                    <a:solidFill>
                      <a:schemeClr val="tx2"/>
                    </a:solidFill>
                  </a:rPr>
                  <a:t>monotonically increasing</a:t>
                </a:r>
                <a:r>
                  <a:rPr lang="en-US" sz="800" noProof="0" dirty="0">
                    <a:solidFill>
                      <a:schemeClr val="tx2"/>
                    </a:solidFill>
                  </a:rPr>
                  <a:t> in </a:t>
                </a:r>
                <a14:m>
                  <m:oMath xmlns:m="http://schemas.openxmlformats.org/officeDocument/2006/math">
                    <m:sSub>
                      <m:sSubPr>
                        <m:ctrlPr>
                          <a:rPr lang="en-US" sz="800" i="1" noProof="0" smtClean="0">
                            <a:solidFill>
                              <a:schemeClr val="tx2"/>
                            </a:solidFill>
                            <a:latin typeface="Cambria Math" panose="02040503050406030204" pitchFamily="18" charset="0"/>
                          </a:rPr>
                        </m:ctrlPr>
                      </m:sSubPr>
                      <m:e>
                        <m:r>
                          <a:rPr lang="en-US" sz="800" i="1" noProof="0" smtClean="0">
                            <a:solidFill>
                              <a:schemeClr val="tx2"/>
                            </a:solidFill>
                            <a:latin typeface="Cambria Math" panose="02040503050406030204" pitchFamily="18" charset="0"/>
                          </a:rPr>
                          <m:t>𝑋</m:t>
                        </m:r>
                      </m:e>
                      <m:sub>
                        <m:r>
                          <a:rPr lang="en-US" sz="800" i="1" noProof="0" smtClean="0">
                            <a:solidFill>
                              <a:schemeClr val="tx2"/>
                            </a:solidFill>
                            <a:latin typeface="Cambria Math" panose="02040503050406030204" pitchFamily="18" charset="0"/>
                          </a:rPr>
                          <m:t>𝑖</m:t>
                        </m:r>
                        <m:r>
                          <a:rPr lang="en-US" sz="800" b="0" i="1" noProof="0" smtClean="0">
                            <a:solidFill>
                              <a:schemeClr val="tx2"/>
                            </a:solidFill>
                            <a:latin typeface="Cambria Math" panose="02040503050406030204" pitchFamily="18" charset="0"/>
                          </a:rPr>
                          <m:t> </m:t>
                        </m:r>
                      </m:sub>
                    </m:sSub>
                    <m:r>
                      <a:rPr lang="it-IT" sz="800" b="0" i="1" noProof="0" smtClean="0">
                        <a:solidFill>
                          <a:schemeClr val="tx2"/>
                        </a:solidFill>
                        <a:latin typeface="Cambria Math" panose="02040503050406030204" pitchFamily="18" charset="0"/>
                      </a:rPr>
                      <m:t>: </m:t>
                    </m:r>
                  </m:oMath>
                </a14:m>
                <a:r>
                  <a:rPr lang="en-US" sz="800" noProof="0" dirty="0">
                    <a:solidFill>
                      <a:schemeClr val="tx2"/>
                    </a:solidFill>
                  </a:rPr>
                  <a:t>if increasing </a:t>
                </a:r>
                <a14:m>
                  <m:oMath xmlns:m="http://schemas.openxmlformats.org/officeDocument/2006/math">
                    <m:sSub>
                      <m:sSubPr>
                        <m:ctrlPr>
                          <a:rPr lang="en-US" sz="800" i="1" noProof="0" smtClean="0">
                            <a:solidFill>
                              <a:schemeClr val="tx2"/>
                            </a:solidFill>
                            <a:latin typeface="Cambria Math" panose="02040503050406030204" pitchFamily="18" charset="0"/>
                          </a:rPr>
                        </m:ctrlPr>
                      </m:sSubPr>
                      <m:e>
                        <m:r>
                          <a:rPr lang="en-US" sz="800" i="1" noProof="0" smtClean="0">
                            <a:solidFill>
                              <a:schemeClr val="tx2"/>
                            </a:solidFill>
                            <a:latin typeface="Cambria Math" panose="02040503050406030204" pitchFamily="18" charset="0"/>
                          </a:rPr>
                          <m:t>𝑋</m:t>
                        </m:r>
                      </m:e>
                      <m:sub>
                        <m:r>
                          <a:rPr lang="en-US" sz="800" i="1" noProof="0" smtClean="0">
                            <a:solidFill>
                              <a:schemeClr val="tx2"/>
                            </a:solidFill>
                            <a:latin typeface="Cambria Math" panose="02040503050406030204" pitchFamily="18" charset="0"/>
                          </a:rPr>
                          <m:t>𝑖</m:t>
                        </m:r>
                      </m:sub>
                    </m:sSub>
                  </m:oMath>
                </a14:m>
                <a:r>
                  <a:rPr lang="en-US" sz="800" noProof="0" dirty="0">
                    <a:solidFill>
                      <a:schemeClr val="tx2"/>
                    </a:solidFill>
                  </a:rPr>
                  <a:t>never decreases </a:t>
                </a:r>
                <a14:m>
                  <m:oMath xmlns:m="http://schemas.openxmlformats.org/officeDocument/2006/math">
                    <m:r>
                      <a:rPr lang="en-US" sz="800" i="1" noProof="0">
                        <a:solidFill>
                          <a:schemeClr val="tx2"/>
                        </a:solidFill>
                        <a:latin typeface="Cambria Math" panose="02040503050406030204" pitchFamily="18" charset="0"/>
                      </a:rPr>
                      <m:t>𝑌</m:t>
                    </m:r>
                  </m:oMath>
                </a14:m>
                <a:r>
                  <a:rPr lang="en-US" sz="800" noProof="0" dirty="0">
                    <a:solidFill>
                      <a:schemeClr val="tx2"/>
                    </a:solidFill>
                  </a:rPr>
                  <a:t>; </a:t>
                </a:r>
              </a:p>
              <a:p>
                <a:pPr marL="171450" indent="-171450">
                  <a:buFont typeface="Arial" panose="020B0604020202020204" pitchFamily="34" charset="0"/>
                  <a:buChar char="•"/>
                </a:pPr>
                <a:r>
                  <a:rPr lang="en-US" sz="800" noProof="0" dirty="0">
                    <a:solidFill>
                      <a:schemeClr val="tx2"/>
                    </a:solidFill>
                  </a:rPr>
                  <a:t>the model is </a:t>
                </a:r>
                <a:r>
                  <a:rPr lang="en-US" sz="800" b="1" noProof="0" dirty="0">
                    <a:solidFill>
                      <a:schemeClr val="tx2"/>
                    </a:solidFill>
                  </a:rPr>
                  <a:t>monotonically decreasing</a:t>
                </a:r>
                <a:r>
                  <a:rPr lang="en-US" sz="800" noProof="0" dirty="0">
                    <a:solidFill>
                      <a:schemeClr val="tx2"/>
                    </a:solidFill>
                  </a:rPr>
                  <a:t> in </a:t>
                </a:r>
                <a14:m>
                  <m:oMath xmlns:m="http://schemas.openxmlformats.org/officeDocument/2006/math">
                    <m:sSub>
                      <m:sSubPr>
                        <m:ctrlPr>
                          <a:rPr lang="en-US" sz="800" i="1" noProof="0" smtClean="0">
                            <a:solidFill>
                              <a:schemeClr val="tx2"/>
                            </a:solidFill>
                            <a:latin typeface="Cambria Math" panose="02040503050406030204" pitchFamily="18" charset="0"/>
                          </a:rPr>
                        </m:ctrlPr>
                      </m:sSubPr>
                      <m:e>
                        <m:r>
                          <a:rPr lang="en-US" sz="800" i="1" noProof="0" smtClean="0">
                            <a:solidFill>
                              <a:schemeClr val="tx2"/>
                            </a:solidFill>
                            <a:latin typeface="Cambria Math" panose="02040503050406030204" pitchFamily="18" charset="0"/>
                          </a:rPr>
                          <m:t>𝑋</m:t>
                        </m:r>
                      </m:e>
                      <m:sub>
                        <m:r>
                          <a:rPr lang="en-US" sz="800" i="1" noProof="0" smtClean="0">
                            <a:solidFill>
                              <a:schemeClr val="tx2"/>
                            </a:solidFill>
                            <a:latin typeface="Cambria Math" panose="02040503050406030204" pitchFamily="18" charset="0"/>
                          </a:rPr>
                          <m:t>𝑖</m:t>
                        </m:r>
                        <m:r>
                          <a:rPr lang="en-US" sz="800" b="0" i="1" noProof="0" smtClean="0">
                            <a:solidFill>
                              <a:schemeClr val="tx2"/>
                            </a:solidFill>
                            <a:latin typeface="Cambria Math" panose="02040503050406030204" pitchFamily="18" charset="0"/>
                          </a:rPr>
                          <m:t> </m:t>
                        </m:r>
                      </m:sub>
                    </m:sSub>
                    <m:r>
                      <a:rPr lang="it-IT" sz="800" b="0" i="1" noProof="0" smtClean="0">
                        <a:solidFill>
                          <a:schemeClr val="tx2"/>
                        </a:solidFill>
                        <a:latin typeface="Cambria Math" panose="02040503050406030204" pitchFamily="18" charset="0"/>
                      </a:rPr>
                      <m:t>:</m:t>
                    </m:r>
                  </m:oMath>
                </a14:m>
                <a:r>
                  <a:rPr lang="en-US" sz="800" noProof="0" dirty="0">
                    <a:solidFill>
                      <a:schemeClr val="tx2"/>
                    </a:solidFill>
                  </a:rPr>
                  <a:t>if increasing </a:t>
                </a:r>
                <a14:m>
                  <m:oMath xmlns:m="http://schemas.openxmlformats.org/officeDocument/2006/math">
                    <m:sSub>
                      <m:sSubPr>
                        <m:ctrlPr>
                          <a:rPr lang="en-US" sz="800" i="1" noProof="0" smtClean="0">
                            <a:solidFill>
                              <a:schemeClr val="tx2"/>
                            </a:solidFill>
                            <a:latin typeface="Cambria Math" panose="02040503050406030204" pitchFamily="18" charset="0"/>
                          </a:rPr>
                        </m:ctrlPr>
                      </m:sSubPr>
                      <m:e>
                        <m:r>
                          <a:rPr lang="en-US" sz="800" i="1" noProof="0" smtClean="0">
                            <a:solidFill>
                              <a:schemeClr val="tx2"/>
                            </a:solidFill>
                            <a:latin typeface="Cambria Math" panose="02040503050406030204" pitchFamily="18" charset="0"/>
                          </a:rPr>
                          <m:t>𝑋</m:t>
                        </m:r>
                      </m:e>
                      <m:sub>
                        <m:r>
                          <a:rPr lang="en-US" sz="800" i="1" noProof="0" smtClean="0">
                            <a:solidFill>
                              <a:schemeClr val="tx2"/>
                            </a:solidFill>
                            <a:latin typeface="Cambria Math" panose="02040503050406030204" pitchFamily="18" charset="0"/>
                          </a:rPr>
                          <m:t>𝑖</m:t>
                        </m:r>
                      </m:sub>
                    </m:sSub>
                  </m:oMath>
                </a14:m>
                <a:r>
                  <a:rPr lang="en-US" sz="800" noProof="0" dirty="0">
                    <a:solidFill>
                      <a:schemeClr val="tx2"/>
                    </a:solidFill>
                  </a:rPr>
                  <a:t>never increases </a:t>
                </a:r>
                <a14:m>
                  <m:oMath xmlns:m="http://schemas.openxmlformats.org/officeDocument/2006/math">
                    <m:r>
                      <a:rPr lang="en-US" sz="800" i="1" noProof="0">
                        <a:solidFill>
                          <a:schemeClr val="tx2"/>
                        </a:solidFill>
                        <a:latin typeface="Cambria Math" panose="02040503050406030204" pitchFamily="18" charset="0"/>
                      </a:rPr>
                      <m:t>𝑌</m:t>
                    </m:r>
                  </m:oMath>
                </a14:m>
                <a:r>
                  <a:rPr lang="en-US" sz="800" noProof="0" dirty="0">
                    <a:solidFill>
                      <a:schemeClr val="tx2"/>
                    </a:solidFill>
                  </a:rPr>
                  <a:t>. </a:t>
                </a:r>
              </a:p>
              <a:p>
                <a:endParaRPr lang="en-US" sz="800" noProof="0" dirty="0">
                  <a:solidFill>
                    <a:schemeClr val="tx2"/>
                  </a:solidFill>
                </a:endParaRPr>
              </a:p>
              <a:p>
                <a:r>
                  <a:rPr lang="en-US" sz="800" noProof="0" dirty="0">
                    <a:solidFill>
                      <a:schemeClr val="tx2"/>
                    </a:solidFill>
                  </a:rPr>
                  <a:t>This implies that the sign of the partial derivative:</a:t>
                </a:r>
              </a:p>
              <a:p>
                <a:pPr/>
                <a14:m>
                  <m:oMathPara xmlns:m="http://schemas.openxmlformats.org/officeDocument/2006/math">
                    <m:oMathParaPr>
                      <m:jc m:val="centerGroup"/>
                    </m:oMathParaPr>
                    <m:oMath xmlns:m="http://schemas.openxmlformats.org/officeDocument/2006/math">
                      <m:f>
                        <m:fPr>
                          <m:ctrlPr>
                            <a:rPr lang="en-US" sz="800" i="1" noProof="0" smtClean="0">
                              <a:solidFill>
                                <a:schemeClr val="tx2"/>
                              </a:solidFill>
                              <a:latin typeface="Cambria Math" panose="02040503050406030204" pitchFamily="18" charset="0"/>
                            </a:rPr>
                          </m:ctrlPr>
                        </m:fPr>
                        <m:num>
                          <m:r>
                            <a:rPr lang="en-US" sz="800" noProof="0" smtClean="0">
                              <a:solidFill>
                                <a:schemeClr val="tx2"/>
                              </a:solidFill>
                              <a:latin typeface="Cambria Math" panose="02040503050406030204" pitchFamily="18" charset="0"/>
                            </a:rPr>
                            <m:t>𝜕</m:t>
                          </m:r>
                          <m:r>
                            <a:rPr lang="en-US" sz="800" i="1" noProof="0" smtClean="0">
                              <a:solidFill>
                                <a:schemeClr val="tx2"/>
                              </a:solidFill>
                              <a:latin typeface="Cambria Math" panose="02040503050406030204" pitchFamily="18" charset="0"/>
                            </a:rPr>
                            <m:t>𝑌</m:t>
                          </m:r>
                        </m:num>
                        <m:den>
                          <m:r>
                            <a:rPr lang="en-US" sz="800" noProof="0" smtClean="0">
                              <a:solidFill>
                                <a:schemeClr val="tx2"/>
                              </a:solidFill>
                              <a:latin typeface="Cambria Math" panose="02040503050406030204" pitchFamily="18" charset="0"/>
                            </a:rPr>
                            <m:t>𝜕</m:t>
                          </m:r>
                          <m:sSub>
                            <m:sSubPr>
                              <m:ctrlPr>
                                <a:rPr lang="en-US" sz="800" i="1" noProof="0" smtClean="0">
                                  <a:solidFill>
                                    <a:schemeClr val="tx2"/>
                                  </a:solidFill>
                                  <a:latin typeface="Cambria Math" panose="02040503050406030204" pitchFamily="18" charset="0"/>
                                </a:rPr>
                              </m:ctrlPr>
                            </m:sSubPr>
                            <m:e>
                              <m:r>
                                <a:rPr lang="en-US" sz="800" i="1" noProof="0" smtClean="0">
                                  <a:solidFill>
                                    <a:schemeClr val="tx2"/>
                                  </a:solidFill>
                                  <a:latin typeface="Cambria Math" panose="02040503050406030204" pitchFamily="18" charset="0"/>
                                </a:rPr>
                                <m:t>𝑋</m:t>
                              </m:r>
                            </m:e>
                            <m:sub>
                              <m:r>
                                <a:rPr lang="en-US" sz="800" i="1" noProof="0" smtClean="0">
                                  <a:solidFill>
                                    <a:schemeClr val="tx2"/>
                                  </a:solidFill>
                                  <a:latin typeface="Cambria Math" panose="02040503050406030204" pitchFamily="18" charset="0"/>
                                </a:rPr>
                                <m:t>𝑖</m:t>
                              </m:r>
                            </m:sub>
                          </m:sSub>
                        </m:den>
                      </m:f>
                    </m:oMath>
                  </m:oMathPara>
                </a14:m>
                <a:endParaRPr lang="en-US" sz="800" noProof="0" dirty="0">
                  <a:solidFill>
                    <a:schemeClr val="tx2"/>
                  </a:solidFill>
                </a:endParaRPr>
              </a:p>
              <a:p>
                <a:r>
                  <a:rPr lang="en-US" sz="800" noProof="0" dirty="0">
                    <a:solidFill>
                      <a:schemeClr val="tx2"/>
                    </a:solidFill>
                  </a:rPr>
                  <a:t>remains </a:t>
                </a:r>
                <a:r>
                  <a:rPr lang="en-US" sz="800" b="1" noProof="0" dirty="0">
                    <a:solidFill>
                      <a:schemeClr val="tx2"/>
                    </a:solidFill>
                  </a:rPr>
                  <a:t>constant over the input space</a:t>
                </a:r>
                <a:r>
                  <a:rPr lang="en-US" sz="800" noProof="0" dirty="0">
                    <a:solidFill>
                      <a:schemeClr val="tx2"/>
                    </a:solidFill>
                  </a:rPr>
                  <a:t>.</a:t>
                </a:r>
              </a:p>
              <a:p>
                <a:r>
                  <a:rPr lang="en-US" sz="800" noProof="0" dirty="0">
                    <a:solidFill>
                      <a:schemeClr val="tx2"/>
                    </a:solidFill>
                  </a:rPr>
                  <a:t>In practical terms, monotonicity means that the effect of an input on the output is </a:t>
                </a:r>
                <a:r>
                  <a:rPr lang="en-US" sz="800" b="1" noProof="0" dirty="0">
                    <a:solidFill>
                      <a:schemeClr val="tx2"/>
                    </a:solidFill>
                  </a:rPr>
                  <a:t>directionally stable</a:t>
                </a:r>
                <a:r>
                  <a:rPr lang="en-US" sz="800" noProof="0" dirty="0">
                    <a:solidFill>
                      <a:schemeClr val="tx2"/>
                    </a:solidFill>
                  </a:rPr>
                  <a:t> and does not depend on where you are in the input space.</a:t>
                </a:r>
              </a:p>
              <a:p>
                <a:endParaRPr lang="en-US" sz="800" noProof="0" dirty="0">
                  <a:solidFill>
                    <a:schemeClr val="tx2"/>
                  </a:solidFill>
                </a:endParaRPr>
              </a:p>
            </p:txBody>
          </p:sp>
        </mc:Choice>
        <mc:Fallback xmlns="">
          <p:sp>
            <p:nvSpPr>
              <p:cNvPr id="12" name="TextBox 11">
                <a:extLst>
                  <a:ext uri="{FF2B5EF4-FFF2-40B4-BE49-F238E27FC236}">
                    <a16:creationId xmlns:a16="http://schemas.microsoft.com/office/drawing/2014/main" id="{A81C1359-3458-AF09-1B49-CA5104A51BDB}"/>
                  </a:ext>
                </a:extLst>
              </p:cNvPr>
              <p:cNvSpPr txBox="1">
                <a:spLocks noRot="1" noChangeAspect="1" noMove="1" noResize="1" noEditPoints="1" noAdjustHandles="1" noChangeArrowheads="1" noChangeShapeType="1" noTextEdit="1"/>
              </p:cNvSpPr>
              <p:nvPr/>
            </p:nvSpPr>
            <p:spPr>
              <a:xfrm>
                <a:off x="8909230" y="1460615"/>
                <a:ext cx="2947806" cy="2193934"/>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54448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766C8-4709-7C98-0E67-A1A6B5E3ECA1}"/>
              </a:ext>
            </a:extLst>
          </p:cNvPr>
          <p:cNvSpPr>
            <a:spLocks noGrp="1"/>
          </p:cNvSpPr>
          <p:nvPr>
            <p:ph type="title"/>
          </p:nvPr>
        </p:nvSpPr>
        <p:spPr/>
        <p:txBody>
          <a:bodyPr/>
          <a:lstStyle/>
          <a:p>
            <a:r>
              <a:rPr lang="en-US" noProof="0" dirty="0"/>
              <a:t>Operationalizing GSA</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4E0D686-7FD2-D656-D42A-33C2AF6F9EBF}"/>
                  </a:ext>
                </a:extLst>
              </p:cNvPr>
              <p:cNvSpPr>
                <a:spLocks noGrp="1"/>
              </p:cNvSpPr>
              <p:nvPr>
                <p:ph type="body" sz="quarter" idx="13"/>
              </p:nvPr>
            </p:nvSpPr>
            <p:spPr>
              <a:xfrm>
                <a:off x="334964" y="1648156"/>
                <a:ext cx="8640000" cy="4082084"/>
              </a:xfrm>
            </p:spPr>
            <p:txBody>
              <a:bodyPr/>
              <a:lstStyle/>
              <a:p>
                <a:pPr marL="228600" indent="-228600">
                  <a:spcBef>
                    <a:spcPts val="600"/>
                  </a:spcBef>
                  <a:spcAft>
                    <a:spcPts val="600"/>
                  </a:spcAft>
                  <a:buFont typeface="+mj-lt"/>
                  <a:buAutoNum type="arabicPeriod"/>
                </a:pPr>
                <a:r>
                  <a:rPr lang="en-US" sz="1000" b="1" noProof="0" dirty="0">
                    <a:solidFill>
                      <a:schemeClr val="tx2"/>
                    </a:solidFill>
                  </a:rPr>
                  <a:t>Problem definition</a:t>
                </a:r>
                <a:r>
                  <a:rPr lang="en-US" sz="1000" noProof="0" dirty="0">
                    <a:solidFill>
                      <a:schemeClr val="tx2"/>
                    </a:solidFill>
                  </a:rPr>
                  <a:t> → Model: </a:t>
                </a:r>
                <a14:m>
                  <m:oMath xmlns:m="http://schemas.openxmlformats.org/officeDocument/2006/math">
                    <m:r>
                      <a:rPr lang="en-US" sz="1000" i="1" noProof="0">
                        <a:solidFill>
                          <a:schemeClr val="tx2"/>
                        </a:solidFill>
                        <a:latin typeface="Cambria Math" panose="02040503050406030204" pitchFamily="18" charset="0"/>
                      </a:rPr>
                      <m:t>𝑌</m:t>
                    </m:r>
                    <m:r>
                      <a:rPr lang="en-US" sz="1000" noProof="0">
                        <a:solidFill>
                          <a:schemeClr val="tx2"/>
                        </a:solidFill>
                        <a:latin typeface="Cambria Math" panose="02040503050406030204" pitchFamily="18" charset="0"/>
                      </a:rPr>
                      <m:t>=</m:t>
                    </m:r>
                    <m:r>
                      <a:rPr lang="en-US" sz="1000" i="1" noProof="0">
                        <a:solidFill>
                          <a:schemeClr val="tx2"/>
                        </a:solidFill>
                        <a:latin typeface="Cambria Math" panose="02040503050406030204" pitchFamily="18" charset="0"/>
                      </a:rPr>
                      <m:t>𝑓</m:t>
                    </m:r>
                    <m:d>
                      <m:dPr>
                        <m:ctrlPr>
                          <a:rPr lang="en-US" sz="1000" i="1" noProof="0" smtClean="0">
                            <a:solidFill>
                              <a:schemeClr val="tx2"/>
                            </a:solidFill>
                            <a:latin typeface="Cambria Math" panose="02040503050406030204" pitchFamily="18" charset="0"/>
                          </a:rPr>
                        </m:ctrlPr>
                      </m:dPr>
                      <m:e>
                        <m:r>
                          <a:rPr lang="en-US" sz="1000" i="1" noProof="0" smtClean="0">
                            <a:solidFill>
                              <a:schemeClr val="tx2"/>
                            </a:solidFill>
                            <a:latin typeface="Cambria Math" panose="02040503050406030204" pitchFamily="18" charset="0"/>
                          </a:rPr>
                          <m:t>𝑋</m:t>
                        </m:r>
                      </m:e>
                    </m:d>
                  </m:oMath>
                </a14:m>
                <a:endParaRPr lang="en-US" sz="1000" noProof="0" dirty="0">
                  <a:solidFill>
                    <a:schemeClr val="tx2"/>
                  </a:solidFill>
                </a:endParaRPr>
              </a:p>
              <a:p>
                <a:pPr marL="228600" indent="-228600">
                  <a:spcBef>
                    <a:spcPts val="600"/>
                  </a:spcBef>
                  <a:spcAft>
                    <a:spcPts val="600"/>
                  </a:spcAft>
                  <a:buFont typeface="+mj-lt"/>
                  <a:buAutoNum type="arabicPeriod"/>
                </a:pPr>
                <a:r>
                  <a:rPr lang="en-US" sz="1000" b="1" noProof="0" dirty="0">
                    <a:solidFill>
                      <a:schemeClr val="tx2"/>
                    </a:solidFill>
                  </a:rPr>
                  <a:t>Definition of uncertain inputs and input space</a:t>
                </a:r>
                <a:r>
                  <a:rPr lang="en-US" sz="1000" noProof="0" dirty="0">
                    <a:solidFill>
                      <a:schemeClr val="tx2"/>
                    </a:solidFill>
                  </a:rPr>
                  <a:t> → Select </a:t>
                </a:r>
                <a14:m>
                  <m:oMath xmlns:m="http://schemas.openxmlformats.org/officeDocument/2006/math">
                    <m:sSub>
                      <m:sSubPr>
                        <m:ctrlPr>
                          <a:rPr lang="en-US" sz="1000" i="1" noProof="0" smtClean="0">
                            <a:solidFill>
                              <a:schemeClr val="tx2"/>
                            </a:solidFill>
                            <a:latin typeface="Cambria Math" panose="02040503050406030204" pitchFamily="18" charset="0"/>
                          </a:rPr>
                        </m:ctrlPr>
                      </m:sSubPr>
                      <m:e>
                        <m:r>
                          <a:rPr lang="en-US" sz="1000" i="1" noProof="0" smtClean="0">
                            <a:solidFill>
                              <a:schemeClr val="tx2"/>
                            </a:solidFill>
                            <a:latin typeface="Cambria Math" panose="02040503050406030204" pitchFamily="18" charset="0"/>
                          </a:rPr>
                          <m:t>𝑋</m:t>
                        </m:r>
                      </m:e>
                      <m:sub>
                        <m:r>
                          <a:rPr lang="en-US" sz="1000" noProof="0" smtClean="0">
                            <a:solidFill>
                              <a:schemeClr val="tx2"/>
                            </a:solidFill>
                            <a:latin typeface="Cambria Math" panose="02040503050406030204" pitchFamily="18" charset="0"/>
                          </a:rPr>
                          <m:t>1</m:t>
                        </m:r>
                      </m:sub>
                    </m:sSub>
                    <m:r>
                      <a:rPr lang="en-US" sz="1000" noProof="0" smtClean="0">
                        <a:solidFill>
                          <a:schemeClr val="tx2"/>
                        </a:solidFill>
                        <a:latin typeface="Cambria Math" panose="02040503050406030204" pitchFamily="18" charset="0"/>
                      </a:rPr>
                      <m:t>,…,</m:t>
                    </m:r>
                    <m:sSub>
                      <m:sSubPr>
                        <m:ctrlPr>
                          <a:rPr lang="en-US" sz="1000" i="1" noProof="0" smtClean="0">
                            <a:solidFill>
                              <a:schemeClr val="tx2"/>
                            </a:solidFill>
                            <a:latin typeface="Cambria Math" panose="02040503050406030204" pitchFamily="18" charset="0"/>
                          </a:rPr>
                        </m:ctrlPr>
                      </m:sSubPr>
                      <m:e>
                        <m:r>
                          <a:rPr lang="en-US" sz="1000" i="1" noProof="0" smtClean="0">
                            <a:solidFill>
                              <a:schemeClr val="tx2"/>
                            </a:solidFill>
                            <a:latin typeface="Cambria Math" panose="02040503050406030204" pitchFamily="18" charset="0"/>
                          </a:rPr>
                          <m:t>𝑋</m:t>
                        </m:r>
                      </m:e>
                      <m:sub>
                        <m:r>
                          <a:rPr lang="en-US" sz="1000" i="1" noProof="0" smtClean="0">
                            <a:solidFill>
                              <a:schemeClr val="tx2"/>
                            </a:solidFill>
                            <a:latin typeface="Cambria Math" panose="02040503050406030204" pitchFamily="18" charset="0"/>
                          </a:rPr>
                          <m:t>𝑘</m:t>
                        </m:r>
                      </m:sub>
                    </m:sSub>
                  </m:oMath>
                </a14:m>
                <a:endParaRPr lang="en-US" sz="1000" noProof="0" dirty="0">
                  <a:solidFill>
                    <a:schemeClr val="tx2"/>
                  </a:solidFill>
                </a:endParaRPr>
              </a:p>
              <a:p>
                <a:pPr marL="685800" lvl="1" indent="-228600">
                  <a:lnSpc>
                    <a:spcPct val="100000"/>
                  </a:lnSpc>
                  <a:spcBef>
                    <a:spcPts val="200"/>
                  </a:spcBef>
                  <a:spcAft>
                    <a:spcPts val="200"/>
                  </a:spcAft>
                  <a:buFont typeface="Arial" panose="020B0604020202020204" pitchFamily="34" charset="0"/>
                  <a:buChar char="•"/>
                </a:pPr>
                <a:r>
                  <a:rPr lang="en-US" sz="1000" noProof="0" dirty="0">
                    <a:solidFill>
                      <a:schemeClr val="tx2"/>
                    </a:solidFill>
                  </a:rPr>
                  <a:t>Specify distributions / bounds</a:t>
                </a:r>
              </a:p>
              <a:p>
                <a:pPr marL="685800" lvl="1" indent="-228600">
                  <a:lnSpc>
                    <a:spcPct val="100000"/>
                  </a:lnSpc>
                  <a:spcBef>
                    <a:spcPts val="200"/>
                  </a:spcBef>
                  <a:spcAft>
                    <a:spcPts val="200"/>
                  </a:spcAft>
                  <a:buFont typeface="Arial" panose="020B0604020202020204" pitchFamily="34" charset="0"/>
                  <a:buChar char="•"/>
                </a:pPr>
                <a:r>
                  <a:rPr lang="en-US" sz="1000" noProof="0" dirty="0">
                    <a:solidFill>
                      <a:schemeClr val="tx2"/>
                    </a:solidFill>
                  </a:rPr>
                  <a:t>Define independence or dependence assumptions</a:t>
                </a:r>
              </a:p>
              <a:p>
                <a:pPr marL="228600" indent="-228600">
                  <a:spcBef>
                    <a:spcPts val="600"/>
                  </a:spcBef>
                  <a:spcAft>
                    <a:spcPts val="600"/>
                  </a:spcAft>
                  <a:buFont typeface="+mj-lt"/>
                  <a:buAutoNum type="arabicPeriod"/>
                </a:pPr>
                <a:r>
                  <a:rPr lang="en-US" sz="1000" b="1" noProof="0" dirty="0">
                    <a:solidFill>
                      <a:schemeClr val="tx2"/>
                    </a:solidFill>
                  </a:rPr>
                  <a:t>Sampling design </a:t>
                </a:r>
                <a:r>
                  <a:rPr lang="en-US" sz="1000" noProof="0" dirty="0">
                    <a:solidFill>
                      <a:schemeClr val="tx2"/>
                    </a:solidFill>
                  </a:rPr>
                  <a:t>→ Generate samples: </a:t>
                </a:r>
                <a14:m>
                  <m:oMath xmlns:m="http://schemas.openxmlformats.org/officeDocument/2006/math">
                    <m:sSup>
                      <m:sSupPr>
                        <m:ctrlPr>
                          <a:rPr lang="en-US" sz="1000" i="1" noProof="0" smtClean="0">
                            <a:solidFill>
                              <a:schemeClr val="tx2"/>
                            </a:solidFill>
                            <a:latin typeface="Cambria Math" panose="02040503050406030204" pitchFamily="18" charset="0"/>
                          </a:rPr>
                        </m:ctrlPr>
                      </m:sSupPr>
                      <m:e>
                        <m:r>
                          <a:rPr lang="en-US" sz="1000" i="1" noProof="0" smtClean="0">
                            <a:solidFill>
                              <a:schemeClr val="tx2"/>
                            </a:solidFill>
                            <a:latin typeface="Cambria Math" panose="02040503050406030204" pitchFamily="18" charset="0"/>
                          </a:rPr>
                          <m:t>𝑋</m:t>
                        </m:r>
                      </m:e>
                      <m:sup>
                        <m:d>
                          <m:dPr>
                            <m:ctrlPr>
                              <a:rPr lang="en-US" sz="1000" i="1" noProof="0" smtClean="0">
                                <a:solidFill>
                                  <a:schemeClr val="tx2"/>
                                </a:solidFill>
                                <a:latin typeface="Cambria Math" panose="02040503050406030204" pitchFamily="18" charset="0"/>
                              </a:rPr>
                            </m:ctrlPr>
                          </m:dPr>
                          <m:e>
                            <m:r>
                              <a:rPr lang="en-US" sz="1000" noProof="0" smtClean="0">
                                <a:solidFill>
                                  <a:schemeClr val="tx2"/>
                                </a:solidFill>
                                <a:latin typeface="Cambria Math" panose="02040503050406030204" pitchFamily="18" charset="0"/>
                              </a:rPr>
                              <m:t>1</m:t>
                            </m:r>
                          </m:e>
                        </m:d>
                      </m:sup>
                    </m:sSup>
                    <m:r>
                      <a:rPr lang="en-US" sz="1000" noProof="0" smtClean="0">
                        <a:solidFill>
                          <a:schemeClr val="tx2"/>
                        </a:solidFill>
                        <a:latin typeface="Cambria Math" panose="02040503050406030204" pitchFamily="18" charset="0"/>
                      </a:rPr>
                      <m:t>,…,</m:t>
                    </m:r>
                    <m:sSup>
                      <m:sSupPr>
                        <m:ctrlPr>
                          <a:rPr lang="en-US" sz="1000" i="1" noProof="0" smtClean="0">
                            <a:solidFill>
                              <a:schemeClr val="tx2"/>
                            </a:solidFill>
                            <a:latin typeface="Cambria Math" panose="02040503050406030204" pitchFamily="18" charset="0"/>
                          </a:rPr>
                        </m:ctrlPr>
                      </m:sSupPr>
                      <m:e>
                        <m:r>
                          <a:rPr lang="en-US" sz="1000" i="1" noProof="0" smtClean="0">
                            <a:solidFill>
                              <a:schemeClr val="tx2"/>
                            </a:solidFill>
                            <a:latin typeface="Cambria Math" panose="02040503050406030204" pitchFamily="18" charset="0"/>
                          </a:rPr>
                          <m:t>𝑋</m:t>
                        </m:r>
                      </m:e>
                      <m:sup>
                        <m:d>
                          <m:dPr>
                            <m:ctrlPr>
                              <a:rPr lang="en-US" sz="1000" i="1" noProof="0" smtClean="0">
                                <a:solidFill>
                                  <a:schemeClr val="tx2"/>
                                </a:solidFill>
                                <a:latin typeface="Cambria Math" panose="02040503050406030204" pitchFamily="18" charset="0"/>
                              </a:rPr>
                            </m:ctrlPr>
                          </m:dPr>
                          <m:e>
                            <m:r>
                              <a:rPr lang="en-US" sz="1000" i="1" noProof="0" smtClean="0">
                                <a:solidFill>
                                  <a:schemeClr val="tx2"/>
                                </a:solidFill>
                                <a:latin typeface="Cambria Math" panose="02040503050406030204" pitchFamily="18" charset="0"/>
                              </a:rPr>
                              <m:t>𝑁</m:t>
                            </m:r>
                          </m:e>
                        </m:d>
                      </m:sup>
                    </m:sSup>
                  </m:oMath>
                </a14:m>
                <a:endParaRPr lang="en-US" sz="1000" noProof="0" dirty="0">
                  <a:solidFill>
                    <a:schemeClr val="tx2"/>
                  </a:solidFill>
                </a:endParaRPr>
              </a:p>
              <a:p>
                <a:pPr marL="228600" indent="-228600">
                  <a:spcBef>
                    <a:spcPts val="600"/>
                  </a:spcBef>
                  <a:spcAft>
                    <a:spcPts val="600"/>
                  </a:spcAft>
                  <a:buFont typeface="+mj-lt"/>
                  <a:buAutoNum type="arabicPeriod"/>
                </a:pPr>
                <a:r>
                  <a:rPr lang="en-US" sz="1000" b="1" noProof="0" dirty="0">
                    <a:solidFill>
                      <a:schemeClr val="tx2"/>
                    </a:solidFill>
                  </a:rPr>
                  <a:t>Model evaluation </a:t>
                </a:r>
                <a:r>
                  <a:rPr lang="en-US" sz="1000" noProof="0" dirty="0">
                    <a:solidFill>
                      <a:schemeClr val="tx2"/>
                    </a:solidFill>
                  </a:rPr>
                  <a:t> → Run the model on sampled inputs: Compute </a:t>
                </a:r>
                <a14:m>
                  <m:oMath xmlns:m="http://schemas.openxmlformats.org/officeDocument/2006/math">
                    <m:sSup>
                      <m:sSupPr>
                        <m:ctrlPr>
                          <a:rPr lang="en-US" sz="1000" i="1" noProof="0" smtClean="0">
                            <a:solidFill>
                              <a:schemeClr val="tx2"/>
                            </a:solidFill>
                            <a:latin typeface="Cambria Math" panose="02040503050406030204" pitchFamily="18" charset="0"/>
                          </a:rPr>
                        </m:ctrlPr>
                      </m:sSupPr>
                      <m:e>
                        <m:r>
                          <a:rPr lang="en-US" sz="1000" i="1" noProof="0" smtClean="0">
                            <a:solidFill>
                              <a:schemeClr val="tx2"/>
                            </a:solidFill>
                            <a:latin typeface="Cambria Math" panose="02040503050406030204" pitchFamily="18" charset="0"/>
                          </a:rPr>
                          <m:t>𝑌</m:t>
                        </m:r>
                      </m:e>
                      <m:sup>
                        <m:d>
                          <m:dPr>
                            <m:ctrlPr>
                              <a:rPr lang="en-US" sz="1000" i="1" noProof="0" smtClean="0">
                                <a:solidFill>
                                  <a:schemeClr val="tx2"/>
                                </a:solidFill>
                                <a:latin typeface="Cambria Math" panose="02040503050406030204" pitchFamily="18" charset="0"/>
                              </a:rPr>
                            </m:ctrlPr>
                          </m:dPr>
                          <m:e>
                            <m:r>
                              <a:rPr lang="en-US" sz="1000" i="1" noProof="0" smtClean="0">
                                <a:solidFill>
                                  <a:schemeClr val="tx2"/>
                                </a:solidFill>
                                <a:latin typeface="Cambria Math" panose="02040503050406030204" pitchFamily="18" charset="0"/>
                              </a:rPr>
                              <m:t>𝑗</m:t>
                            </m:r>
                          </m:e>
                        </m:d>
                      </m:sup>
                    </m:sSup>
                    <m:r>
                      <a:rPr lang="en-US" sz="1000" noProof="0" smtClean="0">
                        <a:solidFill>
                          <a:schemeClr val="tx2"/>
                        </a:solidFill>
                        <a:latin typeface="Cambria Math" panose="02040503050406030204" pitchFamily="18" charset="0"/>
                      </a:rPr>
                      <m:t>=</m:t>
                    </m:r>
                    <m:r>
                      <a:rPr lang="en-US" sz="1000" i="1" noProof="0" smtClean="0">
                        <a:solidFill>
                          <a:schemeClr val="tx2"/>
                        </a:solidFill>
                        <a:latin typeface="Cambria Math" panose="02040503050406030204" pitchFamily="18" charset="0"/>
                      </a:rPr>
                      <m:t>𝑓</m:t>
                    </m:r>
                    <m:d>
                      <m:dPr>
                        <m:ctrlPr>
                          <a:rPr lang="en-US" sz="1000" i="1" noProof="0" smtClean="0">
                            <a:solidFill>
                              <a:schemeClr val="tx2"/>
                            </a:solidFill>
                            <a:latin typeface="Cambria Math" panose="02040503050406030204" pitchFamily="18" charset="0"/>
                          </a:rPr>
                        </m:ctrlPr>
                      </m:dPr>
                      <m:e>
                        <m:sSup>
                          <m:sSupPr>
                            <m:ctrlPr>
                              <a:rPr lang="en-US" sz="1000" i="1" noProof="0" smtClean="0">
                                <a:solidFill>
                                  <a:schemeClr val="tx2"/>
                                </a:solidFill>
                                <a:latin typeface="Cambria Math" panose="02040503050406030204" pitchFamily="18" charset="0"/>
                              </a:rPr>
                            </m:ctrlPr>
                          </m:sSupPr>
                          <m:e>
                            <m:r>
                              <a:rPr lang="en-US" sz="1000" i="1" noProof="0" smtClean="0">
                                <a:solidFill>
                                  <a:schemeClr val="tx2"/>
                                </a:solidFill>
                                <a:latin typeface="Cambria Math" panose="02040503050406030204" pitchFamily="18" charset="0"/>
                              </a:rPr>
                              <m:t>𝑋</m:t>
                            </m:r>
                          </m:e>
                          <m:sup>
                            <m:d>
                              <m:dPr>
                                <m:ctrlPr>
                                  <a:rPr lang="en-US" sz="1000" i="1" noProof="0" smtClean="0">
                                    <a:solidFill>
                                      <a:schemeClr val="tx2"/>
                                    </a:solidFill>
                                    <a:latin typeface="Cambria Math" panose="02040503050406030204" pitchFamily="18" charset="0"/>
                                  </a:rPr>
                                </m:ctrlPr>
                              </m:dPr>
                              <m:e>
                                <m:r>
                                  <a:rPr lang="en-US" sz="1000" i="1" noProof="0" smtClean="0">
                                    <a:solidFill>
                                      <a:schemeClr val="tx2"/>
                                    </a:solidFill>
                                    <a:latin typeface="Cambria Math" panose="02040503050406030204" pitchFamily="18" charset="0"/>
                                  </a:rPr>
                                  <m:t>𝑗</m:t>
                                </m:r>
                              </m:e>
                            </m:d>
                          </m:sup>
                        </m:sSup>
                      </m:e>
                    </m:d>
                  </m:oMath>
                </a14:m>
                <a:r>
                  <a:rPr lang="en-US" sz="1000" noProof="0" dirty="0">
                    <a:solidFill>
                      <a:schemeClr val="tx2"/>
                    </a:solidFill>
                  </a:rPr>
                  <a:t> for all </a:t>
                </a:r>
                <a14:m>
                  <m:oMath xmlns:m="http://schemas.openxmlformats.org/officeDocument/2006/math">
                    <m:r>
                      <a:rPr lang="en-US" sz="1000" i="1" noProof="0">
                        <a:solidFill>
                          <a:schemeClr val="tx2"/>
                        </a:solidFill>
                        <a:latin typeface="Cambria Math" panose="02040503050406030204" pitchFamily="18" charset="0"/>
                      </a:rPr>
                      <m:t>𝑗</m:t>
                    </m:r>
                  </m:oMath>
                </a14:m>
                <a:endParaRPr lang="en-US" sz="1000" noProof="0" dirty="0">
                  <a:solidFill>
                    <a:schemeClr val="tx2"/>
                  </a:solidFill>
                </a:endParaRPr>
              </a:p>
              <a:p>
                <a:pPr marL="228600" indent="-228600">
                  <a:spcBef>
                    <a:spcPts val="600"/>
                  </a:spcBef>
                  <a:spcAft>
                    <a:spcPts val="600"/>
                  </a:spcAft>
                  <a:buFont typeface="+mj-lt"/>
                  <a:buAutoNum type="arabicPeriod"/>
                </a:pPr>
                <a:r>
                  <a:rPr lang="en-US" sz="1000" b="1" noProof="0" dirty="0">
                    <a:solidFill>
                      <a:schemeClr val="tx2"/>
                    </a:solidFill>
                  </a:rPr>
                  <a:t>Sensitivity measure computation</a:t>
                </a:r>
                <a:endParaRPr lang="en-US" sz="1000" noProof="0" dirty="0">
                  <a:solidFill>
                    <a:schemeClr val="tx2"/>
                  </a:solidFill>
                </a:endParaRPr>
              </a:p>
              <a:p>
                <a:pPr marL="628650" lvl="1" indent="-171450">
                  <a:lnSpc>
                    <a:spcPct val="100000"/>
                  </a:lnSpc>
                  <a:spcBef>
                    <a:spcPts val="200"/>
                  </a:spcBef>
                  <a:spcAft>
                    <a:spcPts val="200"/>
                  </a:spcAft>
                  <a:buFont typeface="Arial" panose="020B0604020202020204" pitchFamily="34" charset="0"/>
                  <a:buChar char="•"/>
                </a:pPr>
                <a:r>
                  <a:rPr lang="en-US" sz="1000" noProof="0" dirty="0">
                    <a:solidFill>
                      <a:schemeClr val="tx2"/>
                    </a:solidFill>
                  </a:rPr>
                  <a:t>Morris: </a:t>
                </a:r>
                <a14:m>
                  <m:oMath xmlns:m="http://schemas.openxmlformats.org/officeDocument/2006/math">
                    <m:r>
                      <a:rPr lang="en-US" sz="1000" i="1" noProof="0">
                        <a:solidFill>
                          <a:schemeClr val="tx2"/>
                        </a:solidFill>
                        <a:latin typeface="Cambria Math" panose="02040503050406030204" pitchFamily="18" charset="0"/>
                      </a:rPr>
                      <m:t>𝐸</m:t>
                    </m:r>
                    <m:sSub>
                      <m:sSubPr>
                        <m:ctrlPr>
                          <a:rPr lang="en-US" sz="1000" i="1" noProof="0" smtClean="0">
                            <a:solidFill>
                              <a:schemeClr val="tx2"/>
                            </a:solidFill>
                            <a:latin typeface="Cambria Math" panose="02040503050406030204" pitchFamily="18" charset="0"/>
                          </a:rPr>
                        </m:ctrlPr>
                      </m:sSubPr>
                      <m:e>
                        <m:r>
                          <a:rPr lang="en-US" sz="1000" i="1" noProof="0" smtClean="0">
                            <a:solidFill>
                              <a:schemeClr val="tx2"/>
                            </a:solidFill>
                            <a:latin typeface="Cambria Math" panose="02040503050406030204" pitchFamily="18" charset="0"/>
                          </a:rPr>
                          <m:t>𝐸</m:t>
                        </m:r>
                      </m:e>
                      <m:sub>
                        <m:r>
                          <a:rPr lang="en-US" sz="1000" i="1" noProof="0" smtClean="0">
                            <a:solidFill>
                              <a:schemeClr val="tx2"/>
                            </a:solidFill>
                            <a:latin typeface="Cambria Math" panose="02040503050406030204" pitchFamily="18" charset="0"/>
                          </a:rPr>
                          <m:t>𝑖</m:t>
                        </m:r>
                      </m:sub>
                    </m:sSub>
                    <m:r>
                      <a:rPr lang="en-US" sz="1000" noProof="0" smtClean="0">
                        <a:solidFill>
                          <a:schemeClr val="tx2"/>
                        </a:solidFill>
                        <a:latin typeface="Cambria Math" panose="02040503050406030204" pitchFamily="18" charset="0"/>
                      </a:rPr>
                      <m:t>→</m:t>
                    </m:r>
                    <m:sSup>
                      <m:sSupPr>
                        <m:ctrlPr>
                          <a:rPr lang="en-US" sz="1000" i="1" noProof="0" smtClean="0">
                            <a:solidFill>
                              <a:schemeClr val="tx2"/>
                            </a:solidFill>
                            <a:latin typeface="Cambria Math" panose="02040503050406030204" pitchFamily="18" charset="0"/>
                          </a:rPr>
                        </m:ctrlPr>
                      </m:sSupPr>
                      <m:e>
                        <m:r>
                          <a:rPr lang="en-US" sz="1000" i="1" noProof="0" smtClean="0">
                            <a:solidFill>
                              <a:schemeClr val="tx2"/>
                            </a:solidFill>
                            <a:latin typeface="Cambria Math" panose="02040503050406030204" pitchFamily="18" charset="0"/>
                          </a:rPr>
                          <m:t>𝜇</m:t>
                        </m:r>
                      </m:e>
                      <m:sup>
                        <m:r>
                          <a:rPr lang="en-US" sz="1000" noProof="0" smtClean="0">
                            <a:solidFill>
                              <a:schemeClr val="tx2"/>
                            </a:solidFill>
                            <a:latin typeface="Cambria Math" panose="02040503050406030204" pitchFamily="18" charset="0"/>
                          </a:rPr>
                          <m:t>∗</m:t>
                        </m:r>
                      </m:sup>
                    </m:sSup>
                    <m:r>
                      <a:rPr lang="en-US" sz="1000" noProof="0" smtClean="0">
                        <a:solidFill>
                          <a:schemeClr val="tx2"/>
                        </a:solidFill>
                        <a:latin typeface="Cambria Math" panose="02040503050406030204" pitchFamily="18" charset="0"/>
                      </a:rPr>
                      <m:t>,</m:t>
                    </m:r>
                  </m:oMath>
                </a14:m>
                <a:endParaRPr lang="en-US" sz="1000" noProof="0" dirty="0">
                  <a:solidFill>
                    <a:schemeClr val="tx2"/>
                  </a:solidFill>
                </a:endParaRPr>
              </a:p>
              <a:p>
                <a:pPr marL="628650" lvl="1" indent="-171450">
                  <a:lnSpc>
                    <a:spcPct val="100000"/>
                  </a:lnSpc>
                  <a:spcBef>
                    <a:spcPts val="200"/>
                  </a:spcBef>
                  <a:spcAft>
                    <a:spcPts val="200"/>
                  </a:spcAft>
                  <a:buFont typeface="Arial" panose="020B0604020202020204" pitchFamily="34" charset="0"/>
                  <a:buChar char="•"/>
                </a:pPr>
                <a:r>
                  <a:rPr lang="en-US" sz="1000" noProof="0" dirty="0">
                    <a:solidFill>
                      <a:schemeClr val="tx2"/>
                    </a:solidFill>
                  </a:rPr>
                  <a:t> Sobol: </a:t>
                </a:r>
                <a14:m>
                  <m:oMath xmlns:m="http://schemas.openxmlformats.org/officeDocument/2006/math">
                    <m:sSub>
                      <m:sSubPr>
                        <m:ctrlPr>
                          <a:rPr lang="en-US" sz="1000" i="1" noProof="0" smtClean="0">
                            <a:solidFill>
                              <a:schemeClr val="tx2"/>
                            </a:solidFill>
                            <a:latin typeface="Cambria Math" panose="02040503050406030204" pitchFamily="18" charset="0"/>
                          </a:rPr>
                        </m:ctrlPr>
                      </m:sSubPr>
                      <m:e>
                        <m:r>
                          <a:rPr lang="en-US" sz="1000" i="1" noProof="0" smtClean="0">
                            <a:solidFill>
                              <a:schemeClr val="tx2"/>
                            </a:solidFill>
                            <a:latin typeface="Cambria Math" panose="02040503050406030204" pitchFamily="18" charset="0"/>
                          </a:rPr>
                          <m:t>𝑆</m:t>
                        </m:r>
                      </m:e>
                      <m:sub>
                        <m:r>
                          <a:rPr lang="en-US" sz="1000" i="1" noProof="0" smtClean="0">
                            <a:solidFill>
                              <a:schemeClr val="tx2"/>
                            </a:solidFill>
                            <a:latin typeface="Cambria Math" panose="02040503050406030204" pitchFamily="18" charset="0"/>
                          </a:rPr>
                          <m:t>𝑖</m:t>
                        </m:r>
                      </m:sub>
                    </m:sSub>
                    <m:r>
                      <a:rPr lang="en-US" sz="1000" noProof="0" smtClean="0">
                        <a:solidFill>
                          <a:schemeClr val="tx2"/>
                        </a:solidFill>
                        <a:latin typeface="Cambria Math" panose="02040503050406030204" pitchFamily="18" charset="0"/>
                      </a:rPr>
                      <m:t>,</m:t>
                    </m:r>
                    <m:sSub>
                      <m:sSubPr>
                        <m:ctrlPr>
                          <a:rPr lang="en-US" sz="1000" i="1" noProof="0" smtClean="0">
                            <a:solidFill>
                              <a:schemeClr val="tx2"/>
                            </a:solidFill>
                            <a:latin typeface="Cambria Math" panose="02040503050406030204" pitchFamily="18" charset="0"/>
                          </a:rPr>
                        </m:ctrlPr>
                      </m:sSubPr>
                      <m:e>
                        <m:r>
                          <a:rPr lang="en-US" sz="1000" i="1" noProof="0" smtClean="0">
                            <a:solidFill>
                              <a:schemeClr val="tx2"/>
                            </a:solidFill>
                            <a:latin typeface="Cambria Math" panose="02040503050406030204" pitchFamily="18" charset="0"/>
                          </a:rPr>
                          <m:t>𝑆</m:t>
                        </m:r>
                      </m:e>
                      <m:sub>
                        <m:sSub>
                          <m:sSubPr>
                            <m:ctrlPr>
                              <a:rPr lang="en-US" sz="1000" i="1" noProof="0" smtClean="0">
                                <a:solidFill>
                                  <a:schemeClr val="tx2"/>
                                </a:solidFill>
                                <a:latin typeface="Cambria Math" panose="02040503050406030204" pitchFamily="18" charset="0"/>
                              </a:rPr>
                            </m:ctrlPr>
                          </m:sSubPr>
                          <m:e>
                            <m:r>
                              <a:rPr lang="en-US" sz="1000" i="1" noProof="0" smtClean="0">
                                <a:solidFill>
                                  <a:schemeClr val="tx2"/>
                                </a:solidFill>
                                <a:latin typeface="Cambria Math" panose="02040503050406030204" pitchFamily="18" charset="0"/>
                              </a:rPr>
                              <m:t>𝑇</m:t>
                            </m:r>
                          </m:e>
                          <m:sub>
                            <m:r>
                              <a:rPr lang="en-US" sz="1000" i="1" noProof="0" smtClean="0">
                                <a:solidFill>
                                  <a:schemeClr val="tx2"/>
                                </a:solidFill>
                                <a:latin typeface="Cambria Math" panose="02040503050406030204" pitchFamily="18" charset="0"/>
                              </a:rPr>
                              <m:t>𝑖</m:t>
                            </m:r>
                          </m:sub>
                        </m:sSub>
                      </m:sub>
                    </m:sSub>
                  </m:oMath>
                </a14:m>
                <a:endParaRPr lang="en-US" sz="1000" noProof="0" dirty="0">
                  <a:solidFill>
                    <a:schemeClr val="tx2"/>
                  </a:solidFill>
                </a:endParaRPr>
              </a:p>
              <a:p>
                <a:pPr marL="628650" lvl="1" indent="-171450">
                  <a:lnSpc>
                    <a:spcPct val="100000"/>
                  </a:lnSpc>
                  <a:spcBef>
                    <a:spcPts val="200"/>
                  </a:spcBef>
                  <a:spcAft>
                    <a:spcPts val="600"/>
                  </a:spcAft>
                  <a:buFont typeface="Arial" panose="020B0604020202020204" pitchFamily="34" charset="0"/>
                  <a:buChar char="•"/>
                </a:pPr>
                <a:r>
                  <a:rPr lang="en-US" sz="1000" noProof="0" dirty="0">
                    <a:solidFill>
                      <a:schemeClr val="tx2"/>
                    </a:solidFill>
                  </a:rPr>
                  <a:t> Monte Carlo  Filtering: conditional distributions</a:t>
                </a:r>
              </a:p>
              <a:p>
                <a:pPr marL="228600" indent="-228600">
                  <a:spcBef>
                    <a:spcPts val="200"/>
                  </a:spcBef>
                  <a:spcAft>
                    <a:spcPts val="200"/>
                  </a:spcAft>
                  <a:buFont typeface="+mj-lt"/>
                  <a:buAutoNum type="arabicPeriod"/>
                </a:pPr>
                <a:r>
                  <a:rPr lang="en-US" sz="1000" b="1" noProof="0" dirty="0">
                    <a:solidFill>
                      <a:schemeClr val="tx2"/>
                    </a:solidFill>
                  </a:rPr>
                  <a:t>Decision-oriented synthesis</a:t>
                </a:r>
              </a:p>
              <a:p>
                <a:pPr marL="685800" lvl="1" indent="-228600">
                  <a:spcBef>
                    <a:spcPts val="200"/>
                  </a:spcBef>
                  <a:spcAft>
                    <a:spcPts val="200"/>
                  </a:spcAft>
                </a:pPr>
                <a:r>
                  <a:rPr lang="en-US" sz="1000" noProof="0" dirty="0">
                    <a:solidFill>
                      <a:schemeClr val="tx2"/>
                    </a:solidFill>
                  </a:rPr>
                  <a:t>Use results for model simplification or further analysis</a:t>
                </a:r>
              </a:p>
              <a:p>
                <a:pPr marL="685800" lvl="1" indent="-228600">
                  <a:spcBef>
                    <a:spcPts val="200"/>
                  </a:spcBef>
                  <a:spcAft>
                    <a:spcPts val="200"/>
                  </a:spcAft>
                  <a:buFont typeface="Arial" panose="020B0604020202020204" pitchFamily="34" charset="0"/>
                  <a:buChar char="•"/>
                </a:pPr>
                <a:r>
                  <a:rPr lang="en-US" sz="1000" noProof="0" dirty="0">
                    <a:solidFill>
                      <a:schemeClr val="tx2"/>
                    </a:solidFill>
                  </a:rPr>
                  <a:t> Factor fixing (remove negligible inputs)</a:t>
                </a:r>
              </a:p>
              <a:p>
                <a:pPr marL="685800" lvl="1" indent="-228600">
                  <a:spcBef>
                    <a:spcPts val="200"/>
                  </a:spcBef>
                  <a:spcAft>
                    <a:spcPts val="200"/>
                  </a:spcAft>
                  <a:buFont typeface="Arial" panose="020B0604020202020204" pitchFamily="34" charset="0"/>
                  <a:buChar char="•"/>
                </a:pPr>
                <a:r>
                  <a:rPr lang="en-US" sz="1000" noProof="0" dirty="0">
                    <a:solidFill>
                      <a:schemeClr val="tx2"/>
                    </a:solidFill>
                  </a:rPr>
                  <a:t>Factor prioritization (focus on key drivers)</a:t>
                </a:r>
              </a:p>
              <a:p>
                <a:endParaRPr lang="en-US" sz="1000" noProof="0" dirty="0">
                  <a:solidFill>
                    <a:schemeClr val="tx2"/>
                  </a:solidFill>
                </a:endParaRPr>
              </a:p>
            </p:txBody>
          </p:sp>
        </mc:Choice>
        <mc:Fallback xmlns="">
          <p:sp>
            <p:nvSpPr>
              <p:cNvPr id="3" name="Text Placeholder 2">
                <a:extLst>
                  <a:ext uri="{FF2B5EF4-FFF2-40B4-BE49-F238E27FC236}">
                    <a16:creationId xmlns:a16="http://schemas.microsoft.com/office/drawing/2014/main" id="{34E0D686-7FD2-D656-D42A-33C2AF6F9EBF}"/>
                  </a:ext>
                </a:extLst>
              </p:cNvPr>
              <p:cNvSpPr>
                <a:spLocks noGrp="1" noRot="1" noChangeAspect="1" noMove="1" noResize="1" noEditPoints="1" noAdjustHandles="1" noChangeArrowheads="1" noChangeShapeType="1" noTextEdit="1"/>
              </p:cNvSpPr>
              <p:nvPr>
                <p:ph type="body" sz="quarter" idx="13"/>
              </p:nvPr>
            </p:nvSpPr>
            <p:spPr>
              <a:xfrm>
                <a:off x="334964" y="1648156"/>
                <a:ext cx="8640000" cy="4082084"/>
              </a:xfrm>
              <a:blipFill>
                <a:blip r:embed="rId2"/>
                <a:stretch>
                  <a:fillRect l="-1059" t="-896"/>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5B9DC243-7F59-F058-574E-365552F0558E}"/>
              </a:ext>
            </a:extLst>
          </p:cNvPr>
          <p:cNvSpPr>
            <a:spLocks noGrp="1"/>
          </p:cNvSpPr>
          <p:nvPr>
            <p:ph type="dt" sz="half" idx="14"/>
          </p:nvPr>
        </p:nvSpPr>
        <p:spPr/>
        <p:txBody>
          <a:bodyPr/>
          <a:lstStyle/>
          <a:p>
            <a:r>
              <a:rPr lang="en-US" noProof="0" dirty="0"/>
              <a:t>POLITECNICO DI MILANO</a:t>
            </a:r>
          </a:p>
        </p:txBody>
      </p:sp>
      <p:sp>
        <p:nvSpPr>
          <p:cNvPr id="5" name="Footer Placeholder 4">
            <a:extLst>
              <a:ext uri="{FF2B5EF4-FFF2-40B4-BE49-F238E27FC236}">
                <a16:creationId xmlns:a16="http://schemas.microsoft.com/office/drawing/2014/main" id="{F770CDA5-7E90-73E4-E89A-4D85F8FF6141}"/>
              </a:ext>
            </a:extLst>
          </p:cNvPr>
          <p:cNvSpPr>
            <a:spLocks noGrp="1"/>
          </p:cNvSpPr>
          <p:nvPr>
            <p:ph type="ftr" sz="quarter" idx="15"/>
          </p:nvPr>
        </p:nvSpPr>
        <p:spPr/>
        <p:txBody>
          <a:bodyPr/>
          <a:lstStyle/>
          <a:p>
            <a:r>
              <a:rPr lang="en-US" noProof="0" dirty="0"/>
              <a:t>Department of Energy</a:t>
            </a:r>
          </a:p>
        </p:txBody>
      </p:sp>
      <p:sp>
        <p:nvSpPr>
          <p:cNvPr id="6" name="Slide Number Placeholder 5">
            <a:extLst>
              <a:ext uri="{FF2B5EF4-FFF2-40B4-BE49-F238E27FC236}">
                <a16:creationId xmlns:a16="http://schemas.microsoft.com/office/drawing/2014/main" id="{35AACAE0-C850-2DD8-CC39-5D92A9B99202}"/>
              </a:ext>
            </a:extLst>
          </p:cNvPr>
          <p:cNvSpPr>
            <a:spLocks noGrp="1"/>
          </p:cNvSpPr>
          <p:nvPr>
            <p:ph type="sldNum" sz="quarter" idx="16"/>
          </p:nvPr>
        </p:nvSpPr>
        <p:spPr/>
        <p:txBody>
          <a:bodyPr/>
          <a:lstStyle/>
          <a:p>
            <a:fld id="{3135EEA2-8D42-4D46-95A6-66E65FDC5EB1}" type="slidenum">
              <a:rPr lang="en-US" noProof="0" smtClean="0"/>
              <a:pPr/>
              <a:t>3</a:t>
            </a:fld>
            <a:endParaRPr lang="en-US" noProof="0" dirty="0"/>
          </a:p>
        </p:txBody>
      </p:sp>
      <p:cxnSp>
        <p:nvCxnSpPr>
          <p:cNvPr id="8" name="Straight Arrow Connector 7">
            <a:extLst>
              <a:ext uri="{FF2B5EF4-FFF2-40B4-BE49-F238E27FC236}">
                <a16:creationId xmlns:a16="http://schemas.microsoft.com/office/drawing/2014/main" id="{C170BA35-8255-00B2-0518-C63B199AC93F}"/>
              </a:ext>
            </a:extLst>
          </p:cNvPr>
          <p:cNvCxnSpPr>
            <a:cxnSpLocks/>
          </p:cNvCxnSpPr>
          <p:nvPr/>
        </p:nvCxnSpPr>
        <p:spPr>
          <a:xfrm flipV="1">
            <a:off x="3741420" y="1479550"/>
            <a:ext cx="2053420" cy="1316990"/>
          </a:xfrm>
          <a:prstGeom prst="straightConnector1">
            <a:avLst/>
          </a:prstGeom>
          <a:ln w="19050">
            <a:solidFill>
              <a:srgbClr val="A7657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C0B590F-6C07-CD27-DEA3-729FCFB97F56}"/>
              </a:ext>
            </a:extLst>
          </p:cNvPr>
          <p:cNvSpPr txBox="1"/>
          <p:nvPr/>
        </p:nvSpPr>
        <p:spPr>
          <a:xfrm>
            <a:off x="5794840" y="1285621"/>
            <a:ext cx="3268664" cy="1453411"/>
          </a:xfrm>
          <a:prstGeom prst="rect">
            <a:avLst/>
          </a:prstGeom>
          <a:noFill/>
        </p:spPr>
        <p:txBody>
          <a:bodyPr wrap="square" rtlCol="0">
            <a:spAutoFit/>
          </a:bodyPr>
          <a:lstStyle/>
          <a:p>
            <a:pPr>
              <a:lnSpc>
                <a:spcPct val="150000"/>
              </a:lnSpc>
            </a:pPr>
            <a:r>
              <a:rPr lang="en-US" sz="1000" b="1" noProof="0" dirty="0">
                <a:solidFill>
                  <a:schemeClr val="tx2"/>
                </a:solidFill>
                <a:highlight>
                  <a:srgbClr val="C38D94"/>
                </a:highlight>
              </a:rPr>
              <a:t>Sampling Techniques:</a:t>
            </a:r>
          </a:p>
          <a:p>
            <a:pPr marL="171450" indent="-171450">
              <a:lnSpc>
                <a:spcPct val="150000"/>
              </a:lnSpc>
              <a:buFont typeface="Arial" panose="020B0604020202020204" pitchFamily="34" charset="0"/>
              <a:buChar char="•"/>
            </a:pPr>
            <a:r>
              <a:rPr lang="en-US" sz="1000" noProof="0" dirty="0">
                <a:solidFill>
                  <a:schemeClr val="tx2"/>
                </a:solidFill>
              </a:rPr>
              <a:t>One-At-a-Time sampling</a:t>
            </a:r>
          </a:p>
          <a:p>
            <a:pPr marL="171450" indent="-171450">
              <a:lnSpc>
                <a:spcPct val="150000"/>
              </a:lnSpc>
              <a:buFont typeface="Arial" panose="020B0604020202020204" pitchFamily="34" charset="0"/>
              <a:buChar char="•"/>
            </a:pPr>
            <a:r>
              <a:rPr lang="en-US" sz="1000" noProof="0" dirty="0">
                <a:solidFill>
                  <a:schemeClr val="tx2"/>
                </a:solidFill>
              </a:rPr>
              <a:t>Fractional Factorial Sampling</a:t>
            </a:r>
          </a:p>
          <a:p>
            <a:pPr marL="171450" indent="-171450">
              <a:lnSpc>
                <a:spcPct val="150000"/>
              </a:lnSpc>
              <a:buFont typeface="Arial" panose="020B0604020202020204" pitchFamily="34" charset="0"/>
              <a:buChar char="•"/>
            </a:pPr>
            <a:r>
              <a:rPr lang="en-US" sz="1000" noProof="0" dirty="0">
                <a:solidFill>
                  <a:schemeClr val="tx2"/>
                </a:solidFill>
              </a:rPr>
              <a:t>Latin Hypercube Sampling</a:t>
            </a:r>
          </a:p>
          <a:p>
            <a:pPr marL="171450" indent="-171450">
              <a:lnSpc>
                <a:spcPct val="150000"/>
              </a:lnSpc>
              <a:buFont typeface="Arial" panose="020B0604020202020204" pitchFamily="34" charset="0"/>
              <a:buChar char="•"/>
            </a:pPr>
            <a:r>
              <a:rPr lang="en-US" sz="1000" noProof="0" dirty="0">
                <a:solidFill>
                  <a:schemeClr val="tx2"/>
                </a:solidFill>
              </a:rPr>
              <a:t>Multivariate Stratified Sampling</a:t>
            </a:r>
          </a:p>
          <a:p>
            <a:pPr marL="171450" indent="-171450">
              <a:lnSpc>
                <a:spcPct val="150000"/>
              </a:lnSpc>
              <a:buFont typeface="Arial" panose="020B0604020202020204" pitchFamily="34" charset="0"/>
              <a:buChar char="•"/>
            </a:pPr>
            <a:r>
              <a:rPr lang="en-US" sz="1000" noProof="0" dirty="0">
                <a:solidFill>
                  <a:schemeClr val="tx2"/>
                </a:solidFill>
              </a:rPr>
              <a:t>Quasi-random Sampling</a:t>
            </a:r>
          </a:p>
        </p:txBody>
      </p:sp>
      <p:sp>
        <p:nvSpPr>
          <p:cNvPr id="14" name="TextBox 13">
            <a:extLst>
              <a:ext uri="{FF2B5EF4-FFF2-40B4-BE49-F238E27FC236}">
                <a16:creationId xmlns:a16="http://schemas.microsoft.com/office/drawing/2014/main" id="{3BF8B985-84F2-2995-6B22-17686B3417CC}"/>
              </a:ext>
            </a:extLst>
          </p:cNvPr>
          <p:cNvSpPr txBox="1"/>
          <p:nvPr/>
        </p:nvSpPr>
        <p:spPr>
          <a:xfrm>
            <a:off x="8699593" y="962250"/>
            <a:ext cx="3157443" cy="5262979"/>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pPr>
              <a:buNone/>
            </a:pPr>
            <a:r>
              <a:rPr lang="en-US" sz="800" b="1" noProof="0" dirty="0">
                <a:solidFill>
                  <a:schemeClr val="tx2"/>
                </a:solidFill>
              </a:rPr>
              <a:t>One-At-a-Time Sampling</a:t>
            </a:r>
          </a:p>
          <a:p>
            <a:pPr>
              <a:buNone/>
            </a:pPr>
            <a:r>
              <a:rPr lang="en-US" sz="800" noProof="0" dirty="0">
                <a:solidFill>
                  <a:schemeClr val="tx2"/>
                </a:solidFill>
              </a:rPr>
              <a:t>Vary one input at a time while keeping others fixed, typically along trajectories in the input space. Computationally efficient but explore only a small portion of the space. They are mainly used in screening</a:t>
            </a:r>
            <a:r>
              <a:rPr lang="en-US" sz="800" b="1" noProof="0" dirty="0">
                <a:solidFill>
                  <a:schemeClr val="tx2"/>
                </a:solidFill>
              </a:rPr>
              <a:t> </a:t>
            </a:r>
            <a:r>
              <a:rPr lang="en-US" sz="800" noProof="0" dirty="0">
                <a:solidFill>
                  <a:schemeClr val="tx2"/>
                </a:solidFill>
              </a:rPr>
              <a:t>methods (e.g. Morris)</a:t>
            </a:r>
          </a:p>
          <a:p>
            <a:pPr>
              <a:buNone/>
            </a:pPr>
            <a:endParaRPr lang="en-US" sz="800" noProof="0" dirty="0">
              <a:solidFill>
                <a:schemeClr val="tx2"/>
              </a:solidFill>
            </a:endParaRPr>
          </a:p>
          <a:p>
            <a:pPr>
              <a:buNone/>
            </a:pPr>
            <a:r>
              <a:rPr lang="en-US" sz="800" b="1" noProof="0" dirty="0">
                <a:solidFill>
                  <a:schemeClr val="tx2"/>
                </a:solidFill>
              </a:rPr>
              <a:t>Fractional Factorial Sampling</a:t>
            </a:r>
            <a:br>
              <a:rPr lang="en-US" sz="800" noProof="0" dirty="0">
                <a:solidFill>
                  <a:schemeClr val="tx2"/>
                </a:solidFill>
              </a:rPr>
            </a:br>
            <a:r>
              <a:rPr lang="en-US" sz="800" noProof="0" dirty="0">
                <a:solidFill>
                  <a:schemeClr val="tx2"/>
                </a:solidFill>
              </a:rPr>
              <a:t>This is a structured design derived from full factorial experiments, where only a fraction of all possible combinations of input levels is evaluated. It allows estimation of main effects and some interactions with fewer runs than a full design. It is appropriate when inputs take a limited number of discrete levels and when interactions are assumed to be limited or structured.</a:t>
            </a:r>
          </a:p>
          <a:p>
            <a:pPr>
              <a:buNone/>
            </a:pPr>
            <a:br>
              <a:rPr lang="en-US" sz="800" noProof="0" dirty="0">
                <a:solidFill>
                  <a:schemeClr val="tx2"/>
                </a:solidFill>
              </a:rPr>
            </a:br>
            <a:endParaRPr lang="en-US" sz="800" noProof="0" dirty="0">
              <a:solidFill>
                <a:schemeClr val="tx2"/>
              </a:solidFill>
            </a:endParaRPr>
          </a:p>
          <a:p>
            <a:pPr>
              <a:buNone/>
            </a:pPr>
            <a:r>
              <a:rPr lang="en-US" sz="800" b="1" noProof="0" dirty="0">
                <a:solidFill>
                  <a:schemeClr val="tx2"/>
                </a:solidFill>
              </a:rPr>
              <a:t>Latin Hypercube Sampling (LHS)</a:t>
            </a:r>
            <a:br>
              <a:rPr lang="en-US" sz="800" noProof="0" dirty="0">
                <a:solidFill>
                  <a:schemeClr val="tx2"/>
                </a:solidFill>
              </a:rPr>
            </a:br>
            <a:r>
              <a:rPr lang="en-US" sz="800" noProof="0" dirty="0">
                <a:solidFill>
                  <a:schemeClr val="tx2"/>
                </a:solidFill>
              </a:rPr>
              <a:t>LHS is a stratified sampling method where each input range is divided into intervals and sampled once per interval. This ensures that each input is well covered across its range. It is used when the goal is to efficiently explore the input space and obtain stable estimates of output statistics with fewer samples than random sampling.</a:t>
            </a:r>
          </a:p>
          <a:p>
            <a:pPr>
              <a:buNone/>
            </a:pPr>
            <a:br>
              <a:rPr lang="en-US" sz="800" noProof="0" dirty="0">
                <a:solidFill>
                  <a:schemeClr val="tx2"/>
                </a:solidFill>
              </a:rPr>
            </a:br>
            <a:endParaRPr lang="en-US" sz="800" noProof="0" dirty="0">
              <a:solidFill>
                <a:schemeClr val="tx2"/>
              </a:solidFill>
            </a:endParaRPr>
          </a:p>
          <a:p>
            <a:pPr>
              <a:buNone/>
            </a:pPr>
            <a:r>
              <a:rPr lang="en-US" sz="800" b="1" noProof="0" dirty="0">
                <a:solidFill>
                  <a:schemeClr val="tx2"/>
                </a:solidFill>
              </a:rPr>
              <a:t>Multivariate Stratified Sampling</a:t>
            </a:r>
            <a:br>
              <a:rPr lang="en-US" sz="800" noProof="0" dirty="0">
                <a:solidFill>
                  <a:schemeClr val="tx2"/>
                </a:solidFill>
              </a:rPr>
            </a:br>
            <a:r>
              <a:rPr lang="en-US" sz="800" noProof="0" dirty="0">
                <a:solidFill>
                  <a:schemeClr val="tx2"/>
                </a:solidFill>
              </a:rPr>
              <a:t>This extends stratification to the joint input space rather than treating each variable independently. The space is partitioned into multidimensional regions (strata), and samples are drawn from each. It improves coverage of the joint space but becomes difficult to implement as dimensionality increases. It is mainly conceptual and less commonly used in high-dimensional problems.</a:t>
            </a:r>
          </a:p>
          <a:p>
            <a:pPr>
              <a:buNone/>
            </a:pPr>
            <a:br>
              <a:rPr lang="en-US" sz="800" noProof="0" dirty="0">
                <a:solidFill>
                  <a:schemeClr val="tx2"/>
                </a:solidFill>
              </a:rPr>
            </a:br>
            <a:endParaRPr lang="en-US" sz="800" noProof="0" dirty="0">
              <a:solidFill>
                <a:schemeClr val="tx2"/>
              </a:solidFill>
            </a:endParaRPr>
          </a:p>
          <a:p>
            <a:pPr>
              <a:buNone/>
            </a:pPr>
            <a:r>
              <a:rPr lang="en-US" sz="800" b="1" noProof="0" dirty="0">
                <a:solidFill>
                  <a:schemeClr val="tx2"/>
                </a:solidFill>
              </a:rPr>
              <a:t>Quasi-random Sampling (Low-discrepancy sequences)</a:t>
            </a:r>
            <a:br>
              <a:rPr lang="en-US" sz="800" noProof="0" dirty="0">
                <a:solidFill>
                  <a:schemeClr val="tx2"/>
                </a:solidFill>
              </a:rPr>
            </a:br>
            <a:r>
              <a:rPr lang="en-US" sz="800" noProof="0" dirty="0">
                <a:solidFill>
                  <a:schemeClr val="tx2"/>
                </a:solidFill>
              </a:rPr>
              <a:t>These are deterministic sequences designed to fill the input space more uniformly than random samples. They aim to reduce clustering and improve convergence of estimates. They are used in variance-based methods (e.g. Sobol indices), where good space-filling properties are important for accurate estimation.</a:t>
            </a:r>
          </a:p>
        </p:txBody>
      </p:sp>
      <p:sp>
        <p:nvSpPr>
          <p:cNvPr id="21" name="Rectangle 20">
            <a:extLst>
              <a:ext uri="{FF2B5EF4-FFF2-40B4-BE49-F238E27FC236}">
                <a16:creationId xmlns:a16="http://schemas.microsoft.com/office/drawing/2014/main" id="{C3DD3635-7A8F-A388-2732-534552D1BD06}"/>
              </a:ext>
            </a:extLst>
          </p:cNvPr>
          <p:cNvSpPr/>
          <p:nvPr/>
        </p:nvSpPr>
        <p:spPr>
          <a:xfrm>
            <a:off x="4377128" y="2998033"/>
            <a:ext cx="1356610" cy="316667"/>
          </a:xfrm>
          <a:prstGeom prst="rect">
            <a:avLst/>
          </a:prstGeom>
          <a:noFill/>
          <a:ln w="19050">
            <a:solidFill>
              <a:srgbClr val="A76571"/>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noProof="0" dirty="0"/>
          </a:p>
        </p:txBody>
      </p:sp>
      <p:cxnSp>
        <p:nvCxnSpPr>
          <p:cNvPr id="22" name="Straight Arrow Connector 21">
            <a:extLst>
              <a:ext uri="{FF2B5EF4-FFF2-40B4-BE49-F238E27FC236}">
                <a16:creationId xmlns:a16="http://schemas.microsoft.com/office/drawing/2014/main" id="{DFB9085F-F642-9B28-9075-7317494EE5FE}"/>
              </a:ext>
            </a:extLst>
          </p:cNvPr>
          <p:cNvCxnSpPr>
            <a:cxnSpLocks/>
          </p:cNvCxnSpPr>
          <p:nvPr/>
        </p:nvCxnSpPr>
        <p:spPr>
          <a:xfrm>
            <a:off x="5085774" y="3357830"/>
            <a:ext cx="647964" cy="471818"/>
          </a:xfrm>
          <a:prstGeom prst="straightConnector1">
            <a:avLst/>
          </a:prstGeom>
          <a:ln w="19050">
            <a:solidFill>
              <a:srgbClr val="A7657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12F6DAAD-8C4F-46C2-E07F-40783B18A974}"/>
                  </a:ext>
                </a:extLst>
              </p:cNvPr>
              <p:cNvSpPr txBox="1"/>
              <p:nvPr/>
            </p:nvSpPr>
            <p:spPr>
              <a:xfrm>
                <a:off x="4276726" y="4061461"/>
                <a:ext cx="3967162" cy="861774"/>
              </a:xfrm>
              <a:prstGeom prst="rect">
                <a:avLst/>
              </a:prstGeom>
              <a:noFill/>
            </p:spPr>
            <p:txBody>
              <a:bodyPr wrap="square" rtlCol="0">
                <a:spAutoFit/>
              </a:bodyPr>
              <a:lstStyle/>
              <a:p>
                <a:r>
                  <a:rPr lang="en-US" sz="1000" noProof="0" dirty="0">
                    <a:solidFill>
                      <a:schemeClr val="tx2"/>
                    </a:solidFill>
                  </a:rPr>
                  <a:t>The model output </a:t>
                </a:r>
                <a14:m>
                  <m:oMath xmlns:m="http://schemas.openxmlformats.org/officeDocument/2006/math">
                    <m:r>
                      <a:rPr lang="en-US" sz="1000" i="1" noProof="0">
                        <a:solidFill>
                          <a:schemeClr val="tx2"/>
                        </a:solidFill>
                        <a:latin typeface="Cambria Math" panose="02040503050406030204" pitchFamily="18" charset="0"/>
                      </a:rPr>
                      <m:t>𝑌</m:t>
                    </m:r>
                    <m:r>
                      <a:rPr lang="en-US" sz="1000" b="0" i="1" noProof="0" smtClean="0">
                        <a:solidFill>
                          <a:schemeClr val="tx2"/>
                        </a:solidFill>
                        <a:latin typeface="Cambria Math" panose="02040503050406030204" pitchFamily="18" charset="0"/>
                      </a:rPr>
                      <m:t> </m:t>
                    </m:r>
                  </m:oMath>
                </a14:m>
                <a:r>
                  <a:rPr lang="en-US" sz="1000" noProof="0" dirty="0">
                    <a:solidFill>
                      <a:schemeClr val="tx2"/>
                    </a:solidFill>
                  </a:rPr>
                  <a:t>represents the quantity of interest used to assess the effect of uncertain inputs. In optimization models, this can correspond to the objective function value, but it may also be another output, such as CO₂ emissions, depending on the purpose of the analysis.</a:t>
                </a:r>
              </a:p>
            </p:txBody>
          </p:sp>
        </mc:Choice>
        <mc:Fallback xmlns="">
          <p:sp>
            <p:nvSpPr>
              <p:cNvPr id="24" name="TextBox 23">
                <a:extLst>
                  <a:ext uri="{FF2B5EF4-FFF2-40B4-BE49-F238E27FC236}">
                    <a16:creationId xmlns:a16="http://schemas.microsoft.com/office/drawing/2014/main" id="{12F6DAAD-8C4F-46C2-E07F-40783B18A974}"/>
                  </a:ext>
                </a:extLst>
              </p:cNvPr>
              <p:cNvSpPr txBox="1">
                <a:spLocks noRot="1" noChangeAspect="1" noMove="1" noResize="1" noEditPoints="1" noAdjustHandles="1" noChangeArrowheads="1" noChangeShapeType="1" noTextEdit="1"/>
              </p:cNvSpPr>
              <p:nvPr/>
            </p:nvSpPr>
            <p:spPr>
              <a:xfrm>
                <a:off x="4276726" y="4061461"/>
                <a:ext cx="3967162" cy="861774"/>
              </a:xfrm>
              <a:prstGeom prst="rect">
                <a:avLst/>
              </a:prstGeom>
              <a:blipFill>
                <a:blip r:embed="rId3"/>
                <a:stretch>
                  <a:fillRect b="-2817"/>
                </a:stretch>
              </a:blipFill>
            </p:spPr>
            <p:txBody>
              <a:bodyPr/>
              <a:lstStyle/>
              <a:p>
                <a:r>
                  <a:rPr lang="en-US">
                    <a:noFill/>
                  </a:rPr>
                  <a:t> </a:t>
                </a:r>
              </a:p>
            </p:txBody>
          </p:sp>
        </mc:Fallback>
      </mc:AlternateContent>
      <p:sp>
        <p:nvSpPr>
          <p:cNvPr id="25" name="Rectangle 24">
            <a:extLst>
              <a:ext uri="{FF2B5EF4-FFF2-40B4-BE49-F238E27FC236}">
                <a16:creationId xmlns:a16="http://schemas.microsoft.com/office/drawing/2014/main" id="{37F3AED4-9511-D70C-2BAB-D46A33D0C5E3}"/>
              </a:ext>
            </a:extLst>
          </p:cNvPr>
          <p:cNvSpPr/>
          <p:nvPr/>
        </p:nvSpPr>
        <p:spPr>
          <a:xfrm>
            <a:off x="1743074" y="2689719"/>
            <a:ext cx="1998345" cy="316667"/>
          </a:xfrm>
          <a:prstGeom prst="rect">
            <a:avLst/>
          </a:prstGeom>
          <a:noFill/>
          <a:ln w="19050">
            <a:solidFill>
              <a:srgbClr val="A76571"/>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030539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995D8-1FDA-06A4-90B6-CE58DA725C40}"/>
              </a:ext>
            </a:extLst>
          </p:cNvPr>
          <p:cNvSpPr>
            <a:spLocks noGrp="1"/>
          </p:cNvSpPr>
          <p:nvPr>
            <p:ph type="title"/>
          </p:nvPr>
        </p:nvSpPr>
        <p:spPr/>
        <p:txBody>
          <a:bodyPr/>
          <a:lstStyle/>
          <a:p>
            <a:r>
              <a:rPr lang="en-US" noProof="0" dirty="0"/>
              <a:t>What is available in SALib</a:t>
            </a:r>
          </a:p>
        </p:txBody>
      </p:sp>
      <p:sp>
        <p:nvSpPr>
          <p:cNvPr id="4" name="Date Placeholder 3">
            <a:extLst>
              <a:ext uri="{FF2B5EF4-FFF2-40B4-BE49-F238E27FC236}">
                <a16:creationId xmlns:a16="http://schemas.microsoft.com/office/drawing/2014/main" id="{F9CC6CDE-5543-C461-76C9-6476E3FA4B28}"/>
              </a:ext>
            </a:extLst>
          </p:cNvPr>
          <p:cNvSpPr>
            <a:spLocks noGrp="1"/>
          </p:cNvSpPr>
          <p:nvPr>
            <p:ph type="dt" sz="half" idx="14"/>
          </p:nvPr>
        </p:nvSpPr>
        <p:spPr/>
        <p:txBody>
          <a:bodyPr/>
          <a:lstStyle/>
          <a:p>
            <a:r>
              <a:rPr lang="en-US" noProof="0" dirty="0"/>
              <a:t>POLITECNICO DI MILANO</a:t>
            </a:r>
          </a:p>
        </p:txBody>
      </p:sp>
      <p:sp>
        <p:nvSpPr>
          <p:cNvPr id="5" name="Footer Placeholder 4">
            <a:extLst>
              <a:ext uri="{FF2B5EF4-FFF2-40B4-BE49-F238E27FC236}">
                <a16:creationId xmlns:a16="http://schemas.microsoft.com/office/drawing/2014/main" id="{1480E337-CACA-5711-31E4-808C3D0D988F}"/>
              </a:ext>
            </a:extLst>
          </p:cNvPr>
          <p:cNvSpPr>
            <a:spLocks noGrp="1"/>
          </p:cNvSpPr>
          <p:nvPr>
            <p:ph type="ftr" sz="quarter" idx="15"/>
          </p:nvPr>
        </p:nvSpPr>
        <p:spPr/>
        <p:txBody>
          <a:bodyPr/>
          <a:lstStyle/>
          <a:p>
            <a:r>
              <a:rPr lang="en-US" noProof="0" dirty="0"/>
              <a:t>Department of Energy</a:t>
            </a:r>
          </a:p>
        </p:txBody>
      </p:sp>
      <p:sp>
        <p:nvSpPr>
          <p:cNvPr id="6" name="Slide Number Placeholder 5">
            <a:extLst>
              <a:ext uri="{FF2B5EF4-FFF2-40B4-BE49-F238E27FC236}">
                <a16:creationId xmlns:a16="http://schemas.microsoft.com/office/drawing/2014/main" id="{14C4832B-3E13-34D3-AD54-A434B9499D0D}"/>
              </a:ext>
            </a:extLst>
          </p:cNvPr>
          <p:cNvSpPr>
            <a:spLocks noGrp="1"/>
          </p:cNvSpPr>
          <p:nvPr>
            <p:ph type="sldNum" sz="quarter" idx="16"/>
          </p:nvPr>
        </p:nvSpPr>
        <p:spPr/>
        <p:txBody>
          <a:bodyPr/>
          <a:lstStyle/>
          <a:p>
            <a:fld id="{3135EEA2-8D42-4D46-95A6-66E65FDC5EB1}" type="slidenum">
              <a:rPr lang="en-US" noProof="0" smtClean="0"/>
              <a:pPr/>
              <a:t>4</a:t>
            </a:fld>
            <a:endParaRPr lang="en-US" noProof="0" dirty="0"/>
          </a:p>
        </p:txBody>
      </p:sp>
      <mc:AlternateContent xmlns:mc="http://schemas.openxmlformats.org/markup-compatibility/2006" xmlns:a14="http://schemas.microsoft.com/office/drawing/2010/main">
        <mc:Choice Requires="a14">
          <p:sp>
            <p:nvSpPr>
              <p:cNvPr id="10" name="Text Placeholder 2">
                <a:extLst>
                  <a:ext uri="{FF2B5EF4-FFF2-40B4-BE49-F238E27FC236}">
                    <a16:creationId xmlns:a16="http://schemas.microsoft.com/office/drawing/2014/main" id="{1BDA31D8-9245-A813-561A-9427E0753692}"/>
                  </a:ext>
                </a:extLst>
              </p:cNvPr>
              <p:cNvSpPr>
                <a:spLocks noGrp="1"/>
              </p:cNvSpPr>
              <p:nvPr>
                <p:ph type="body" sz="quarter" idx="13"/>
              </p:nvPr>
            </p:nvSpPr>
            <p:spPr>
              <a:xfrm>
                <a:off x="334964" y="1648156"/>
                <a:ext cx="8640000" cy="4082084"/>
              </a:xfrm>
            </p:spPr>
            <p:txBody>
              <a:bodyPr/>
              <a:lstStyle/>
              <a:p>
                <a:pPr marL="228600" indent="-228600">
                  <a:spcBef>
                    <a:spcPts val="600"/>
                  </a:spcBef>
                  <a:spcAft>
                    <a:spcPts val="600"/>
                  </a:spcAft>
                  <a:buFont typeface="+mj-lt"/>
                  <a:buAutoNum type="arabicPeriod"/>
                </a:pPr>
                <a:r>
                  <a:rPr lang="en-US" sz="1000" b="1" noProof="0" dirty="0">
                    <a:solidFill>
                      <a:schemeClr val="tx2"/>
                    </a:solidFill>
                  </a:rPr>
                  <a:t>Problem definition</a:t>
                </a:r>
                <a:r>
                  <a:rPr lang="en-US" sz="1000" noProof="0" dirty="0">
                    <a:solidFill>
                      <a:schemeClr val="tx2"/>
                    </a:solidFill>
                  </a:rPr>
                  <a:t> → Model: </a:t>
                </a:r>
                <a14:m>
                  <m:oMath xmlns:m="http://schemas.openxmlformats.org/officeDocument/2006/math">
                    <m:r>
                      <a:rPr lang="en-US" sz="1000" i="1" noProof="0">
                        <a:solidFill>
                          <a:schemeClr val="tx2"/>
                        </a:solidFill>
                        <a:latin typeface="Cambria Math" panose="02040503050406030204" pitchFamily="18" charset="0"/>
                      </a:rPr>
                      <m:t>𝑌</m:t>
                    </m:r>
                    <m:r>
                      <a:rPr lang="en-US" sz="1000" noProof="0">
                        <a:solidFill>
                          <a:schemeClr val="tx2"/>
                        </a:solidFill>
                        <a:latin typeface="Cambria Math" panose="02040503050406030204" pitchFamily="18" charset="0"/>
                      </a:rPr>
                      <m:t>=</m:t>
                    </m:r>
                    <m:r>
                      <a:rPr lang="en-US" sz="1000" i="1" noProof="0">
                        <a:solidFill>
                          <a:schemeClr val="tx2"/>
                        </a:solidFill>
                        <a:latin typeface="Cambria Math" panose="02040503050406030204" pitchFamily="18" charset="0"/>
                      </a:rPr>
                      <m:t>𝑓</m:t>
                    </m:r>
                    <m:d>
                      <m:dPr>
                        <m:ctrlPr>
                          <a:rPr lang="en-US" sz="1000" i="1" noProof="0" smtClean="0">
                            <a:solidFill>
                              <a:schemeClr val="tx2"/>
                            </a:solidFill>
                            <a:latin typeface="Cambria Math" panose="02040503050406030204" pitchFamily="18" charset="0"/>
                          </a:rPr>
                        </m:ctrlPr>
                      </m:dPr>
                      <m:e>
                        <m:r>
                          <a:rPr lang="en-US" sz="1000" i="1" noProof="0" smtClean="0">
                            <a:solidFill>
                              <a:schemeClr val="tx2"/>
                            </a:solidFill>
                            <a:latin typeface="Cambria Math" panose="02040503050406030204" pitchFamily="18" charset="0"/>
                          </a:rPr>
                          <m:t>𝑋</m:t>
                        </m:r>
                      </m:e>
                    </m:d>
                  </m:oMath>
                </a14:m>
                <a:endParaRPr lang="en-US" sz="1000" noProof="0" dirty="0">
                  <a:solidFill>
                    <a:schemeClr val="tx2"/>
                  </a:solidFill>
                </a:endParaRPr>
              </a:p>
              <a:p>
                <a:pPr marL="228600" indent="-228600">
                  <a:spcBef>
                    <a:spcPts val="600"/>
                  </a:spcBef>
                  <a:spcAft>
                    <a:spcPts val="600"/>
                  </a:spcAft>
                  <a:buFont typeface="+mj-lt"/>
                  <a:buAutoNum type="arabicPeriod"/>
                </a:pPr>
                <a:r>
                  <a:rPr lang="en-US" sz="1000" b="1" noProof="0" dirty="0">
                    <a:solidFill>
                      <a:schemeClr val="tx2"/>
                    </a:solidFill>
                  </a:rPr>
                  <a:t>Definition of uncertain inputs and input space</a:t>
                </a:r>
                <a:r>
                  <a:rPr lang="en-US" sz="1000" noProof="0" dirty="0">
                    <a:solidFill>
                      <a:schemeClr val="tx2"/>
                    </a:solidFill>
                  </a:rPr>
                  <a:t> → Select </a:t>
                </a:r>
                <a14:m>
                  <m:oMath xmlns:m="http://schemas.openxmlformats.org/officeDocument/2006/math">
                    <m:sSub>
                      <m:sSubPr>
                        <m:ctrlPr>
                          <a:rPr lang="en-US" sz="1000" i="1" noProof="0" smtClean="0">
                            <a:solidFill>
                              <a:schemeClr val="tx2"/>
                            </a:solidFill>
                            <a:latin typeface="Cambria Math" panose="02040503050406030204" pitchFamily="18" charset="0"/>
                          </a:rPr>
                        </m:ctrlPr>
                      </m:sSubPr>
                      <m:e>
                        <m:r>
                          <a:rPr lang="en-US" sz="1000" i="1" noProof="0" smtClean="0">
                            <a:solidFill>
                              <a:schemeClr val="tx2"/>
                            </a:solidFill>
                            <a:latin typeface="Cambria Math" panose="02040503050406030204" pitchFamily="18" charset="0"/>
                          </a:rPr>
                          <m:t>𝑋</m:t>
                        </m:r>
                      </m:e>
                      <m:sub>
                        <m:r>
                          <a:rPr lang="en-US" sz="1000" noProof="0" smtClean="0">
                            <a:solidFill>
                              <a:schemeClr val="tx2"/>
                            </a:solidFill>
                            <a:latin typeface="Cambria Math" panose="02040503050406030204" pitchFamily="18" charset="0"/>
                          </a:rPr>
                          <m:t>1</m:t>
                        </m:r>
                      </m:sub>
                    </m:sSub>
                    <m:r>
                      <a:rPr lang="en-US" sz="1000" noProof="0" smtClean="0">
                        <a:solidFill>
                          <a:schemeClr val="tx2"/>
                        </a:solidFill>
                        <a:latin typeface="Cambria Math" panose="02040503050406030204" pitchFamily="18" charset="0"/>
                      </a:rPr>
                      <m:t>,…,</m:t>
                    </m:r>
                    <m:sSub>
                      <m:sSubPr>
                        <m:ctrlPr>
                          <a:rPr lang="en-US" sz="1000" i="1" noProof="0" smtClean="0">
                            <a:solidFill>
                              <a:schemeClr val="tx2"/>
                            </a:solidFill>
                            <a:latin typeface="Cambria Math" panose="02040503050406030204" pitchFamily="18" charset="0"/>
                          </a:rPr>
                        </m:ctrlPr>
                      </m:sSubPr>
                      <m:e>
                        <m:r>
                          <a:rPr lang="en-US" sz="1000" i="1" noProof="0" smtClean="0">
                            <a:solidFill>
                              <a:schemeClr val="tx2"/>
                            </a:solidFill>
                            <a:latin typeface="Cambria Math" panose="02040503050406030204" pitchFamily="18" charset="0"/>
                          </a:rPr>
                          <m:t>𝑋</m:t>
                        </m:r>
                      </m:e>
                      <m:sub>
                        <m:r>
                          <a:rPr lang="en-US" sz="1000" i="1" noProof="0" smtClean="0">
                            <a:solidFill>
                              <a:schemeClr val="tx2"/>
                            </a:solidFill>
                            <a:latin typeface="Cambria Math" panose="02040503050406030204" pitchFamily="18" charset="0"/>
                          </a:rPr>
                          <m:t>𝑘</m:t>
                        </m:r>
                      </m:sub>
                    </m:sSub>
                  </m:oMath>
                </a14:m>
                <a:endParaRPr lang="en-US" sz="1000" noProof="0" dirty="0">
                  <a:solidFill>
                    <a:schemeClr val="tx2"/>
                  </a:solidFill>
                </a:endParaRPr>
              </a:p>
              <a:p>
                <a:pPr marL="685800" lvl="1" indent="-228600">
                  <a:lnSpc>
                    <a:spcPct val="100000"/>
                  </a:lnSpc>
                  <a:spcBef>
                    <a:spcPts val="200"/>
                  </a:spcBef>
                  <a:spcAft>
                    <a:spcPts val="200"/>
                  </a:spcAft>
                  <a:buFont typeface="Arial" panose="020B0604020202020204" pitchFamily="34" charset="0"/>
                  <a:buChar char="•"/>
                </a:pPr>
                <a:r>
                  <a:rPr lang="en-US" sz="1000" noProof="0" dirty="0">
                    <a:solidFill>
                      <a:schemeClr val="tx2"/>
                    </a:solidFill>
                  </a:rPr>
                  <a:t>Specify distributions / bounds</a:t>
                </a:r>
              </a:p>
              <a:p>
                <a:pPr marL="685800" lvl="1" indent="-228600">
                  <a:lnSpc>
                    <a:spcPct val="100000"/>
                  </a:lnSpc>
                  <a:spcBef>
                    <a:spcPts val="200"/>
                  </a:spcBef>
                  <a:spcAft>
                    <a:spcPts val="200"/>
                  </a:spcAft>
                  <a:buFont typeface="Arial" panose="020B0604020202020204" pitchFamily="34" charset="0"/>
                  <a:buChar char="•"/>
                </a:pPr>
                <a:r>
                  <a:rPr lang="en-US" sz="1000" noProof="0" dirty="0">
                    <a:solidFill>
                      <a:schemeClr val="tx2"/>
                    </a:solidFill>
                  </a:rPr>
                  <a:t>Define independence or dependence assumptions</a:t>
                </a:r>
              </a:p>
              <a:p>
                <a:pPr marL="228600" indent="-228600">
                  <a:spcBef>
                    <a:spcPts val="600"/>
                  </a:spcBef>
                  <a:spcAft>
                    <a:spcPts val="600"/>
                  </a:spcAft>
                  <a:buFont typeface="+mj-lt"/>
                  <a:buAutoNum type="arabicPeriod"/>
                </a:pPr>
                <a:r>
                  <a:rPr lang="en-US" sz="1000" b="1" noProof="0" dirty="0">
                    <a:solidFill>
                      <a:schemeClr val="tx2"/>
                    </a:solidFill>
                  </a:rPr>
                  <a:t>Sampling design </a:t>
                </a:r>
                <a:r>
                  <a:rPr lang="en-US" sz="1000" noProof="0" dirty="0">
                    <a:solidFill>
                      <a:schemeClr val="tx2"/>
                    </a:solidFill>
                  </a:rPr>
                  <a:t>→ Generate samples: </a:t>
                </a:r>
                <a14:m>
                  <m:oMath xmlns:m="http://schemas.openxmlformats.org/officeDocument/2006/math">
                    <m:sSup>
                      <m:sSupPr>
                        <m:ctrlPr>
                          <a:rPr lang="en-US" sz="1000" i="1" noProof="0" smtClean="0">
                            <a:solidFill>
                              <a:schemeClr val="tx2"/>
                            </a:solidFill>
                            <a:latin typeface="Cambria Math" panose="02040503050406030204" pitchFamily="18" charset="0"/>
                          </a:rPr>
                        </m:ctrlPr>
                      </m:sSupPr>
                      <m:e>
                        <m:r>
                          <a:rPr lang="en-US" sz="1000" i="1" noProof="0" smtClean="0">
                            <a:solidFill>
                              <a:schemeClr val="tx2"/>
                            </a:solidFill>
                            <a:latin typeface="Cambria Math" panose="02040503050406030204" pitchFamily="18" charset="0"/>
                          </a:rPr>
                          <m:t>𝑋</m:t>
                        </m:r>
                      </m:e>
                      <m:sup>
                        <m:d>
                          <m:dPr>
                            <m:ctrlPr>
                              <a:rPr lang="en-US" sz="1000" i="1" noProof="0" smtClean="0">
                                <a:solidFill>
                                  <a:schemeClr val="tx2"/>
                                </a:solidFill>
                                <a:latin typeface="Cambria Math" panose="02040503050406030204" pitchFamily="18" charset="0"/>
                              </a:rPr>
                            </m:ctrlPr>
                          </m:dPr>
                          <m:e>
                            <m:r>
                              <a:rPr lang="en-US" sz="1000" noProof="0" smtClean="0">
                                <a:solidFill>
                                  <a:schemeClr val="tx2"/>
                                </a:solidFill>
                                <a:latin typeface="Cambria Math" panose="02040503050406030204" pitchFamily="18" charset="0"/>
                              </a:rPr>
                              <m:t>1</m:t>
                            </m:r>
                          </m:e>
                        </m:d>
                      </m:sup>
                    </m:sSup>
                    <m:r>
                      <a:rPr lang="en-US" sz="1000" noProof="0" smtClean="0">
                        <a:solidFill>
                          <a:schemeClr val="tx2"/>
                        </a:solidFill>
                        <a:latin typeface="Cambria Math" panose="02040503050406030204" pitchFamily="18" charset="0"/>
                      </a:rPr>
                      <m:t>,…,</m:t>
                    </m:r>
                    <m:sSup>
                      <m:sSupPr>
                        <m:ctrlPr>
                          <a:rPr lang="en-US" sz="1000" i="1" noProof="0" smtClean="0">
                            <a:solidFill>
                              <a:schemeClr val="tx2"/>
                            </a:solidFill>
                            <a:latin typeface="Cambria Math" panose="02040503050406030204" pitchFamily="18" charset="0"/>
                          </a:rPr>
                        </m:ctrlPr>
                      </m:sSupPr>
                      <m:e>
                        <m:r>
                          <a:rPr lang="en-US" sz="1000" i="1" noProof="0" smtClean="0">
                            <a:solidFill>
                              <a:schemeClr val="tx2"/>
                            </a:solidFill>
                            <a:latin typeface="Cambria Math" panose="02040503050406030204" pitchFamily="18" charset="0"/>
                          </a:rPr>
                          <m:t>𝑋</m:t>
                        </m:r>
                      </m:e>
                      <m:sup>
                        <m:d>
                          <m:dPr>
                            <m:ctrlPr>
                              <a:rPr lang="en-US" sz="1000" i="1" noProof="0" smtClean="0">
                                <a:solidFill>
                                  <a:schemeClr val="tx2"/>
                                </a:solidFill>
                                <a:latin typeface="Cambria Math" panose="02040503050406030204" pitchFamily="18" charset="0"/>
                              </a:rPr>
                            </m:ctrlPr>
                          </m:dPr>
                          <m:e>
                            <m:r>
                              <a:rPr lang="en-US" sz="1000" i="1" noProof="0" smtClean="0">
                                <a:solidFill>
                                  <a:schemeClr val="tx2"/>
                                </a:solidFill>
                                <a:latin typeface="Cambria Math" panose="02040503050406030204" pitchFamily="18" charset="0"/>
                              </a:rPr>
                              <m:t>𝑁</m:t>
                            </m:r>
                          </m:e>
                        </m:d>
                      </m:sup>
                    </m:sSup>
                  </m:oMath>
                </a14:m>
                <a:endParaRPr lang="en-US" sz="1000" noProof="0" dirty="0">
                  <a:solidFill>
                    <a:schemeClr val="tx2"/>
                  </a:solidFill>
                </a:endParaRPr>
              </a:p>
              <a:p>
                <a:pPr marL="228600" indent="-228600">
                  <a:spcBef>
                    <a:spcPts val="600"/>
                  </a:spcBef>
                  <a:spcAft>
                    <a:spcPts val="600"/>
                  </a:spcAft>
                  <a:buFont typeface="+mj-lt"/>
                  <a:buAutoNum type="arabicPeriod"/>
                </a:pPr>
                <a:r>
                  <a:rPr lang="en-US" sz="1000" b="1" noProof="0" dirty="0">
                    <a:solidFill>
                      <a:schemeClr val="tx2"/>
                    </a:solidFill>
                  </a:rPr>
                  <a:t>Model evaluation </a:t>
                </a:r>
                <a:r>
                  <a:rPr lang="en-US" sz="1000" noProof="0" dirty="0">
                    <a:solidFill>
                      <a:schemeClr val="tx2"/>
                    </a:solidFill>
                  </a:rPr>
                  <a:t> → Run the model on sampled inputs: Compute </a:t>
                </a:r>
                <a14:m>
                  <m:oMath xmlns:m="http://schemas.openxmlformats.org/officeDocument/2006/math">
                    <m:sSup>
                      <m:sSupPr>
                        <m:ctrlPr>
                          <a:rPr lang="en-US" sz="1000" i="1" noProof="0" smtClean="0">
                            <a:solidFill>
                              <a:schemeClr val="tx2"/>
                            </a:solidFill>
                            <a:latin typeface="Cambria Math" panose="02040503050406030204" pitchFamily="18" charset="0"/>
                          </a:rPr>
                        </m:ctrlPr>
                      </m:sSupPr>
                      <m:e>
                        <m:r>
                          <a:rPr lang="en-US" sz="1000" i="1" noProof="0" smtClean="0">
                            <a:solidFill>
                              <a:schemeClr val="tx2"/>
                            </a:solidFill>
                            <a:latin typeface="Cambria Math" panose="02040503050406030204" pitchFamily="18" charset="0"/>
                          </a:rPr>
                          <m:t>𝑌</m:t>
                        </m:r>
                      </m:e>
                      <m:sup>
                        <m:d>
                          <m:dPr>
                            <m:ctrlPr>
                              <a:rPr lang="en-US" sz="1000" i="1" noProof="0" smtClean="0">
                                <a:solidFill>
                                  <a:schemeClr val="tx2"/>
                                </a:solidFill>
                                <a:latin typeface="Cambria Math" panose="02040503050406030204" pitchFamily="18" charset="0"/>
                              </a:rPr>
                            </m:ctrlPr>
                          </m:dPr>
                          <m:e>
                            <m:r>
                              <a:rPr lang="en-US" sz="1000" i="1" noProof="0" smtClean="0">
                                <a:solidFill>
                                  <a:schemeClr val="tx2"/>
                                </a:solidFill>
                                <a:latin typeface="Cambria Math" panose="02040503050406030204" pitchFamily="18" charset="0"/>
                              </a:rPr>
                              <m:t>𝑗</m:t>
                            </m:r>
                          </m:e>
                        </m:d>
                      </m:sup>
                    </m:sSup>
                    <m:r>
                      <a:rPr lang="en-US" sz="1000" noProof="0" smtClean="0">
                        <a:solidFill>
                          <a:schemeClr val="tx2"/>
                        </a:solidFill>
                        <a:latin typeface="Cambria Math" panose="02040503050406030204" pitchFamily="18" charset="0"/>
                      </a:rPr>
                      <m:t>=</m:t>
                    </m:r>
                    <m:r>
                      <a:rPr lang="en-US" sz="1000" i="1" noProof="0" smtClean="0">
                        <a:solidFill>
                          <a:schemeClr val="tx2"/>
                        </a:solidFill>
                        <a:latin typeface="Cambria Math" panose="02040503050406030204" pitchFamily="18" charset="0"/>
                      </a:rPr>
                      <m:t>𝑓</m:t>
                    </m:r>
                    <m:d>
                      <m:dPr>
                        <m:ctrlPr>
                          <a:rPr lang="en-US" sz="1000" i="1" noProof="0" smtClean="0">
                            <a:solidFill>
                              <a:schemeClr val="tx2"/>
                            </a:solidFill>
                            <a:latin typeface="Cambria Math" panose="02040503050406030204" pitchFamily="18" charset="0"/>
                          </a:rPr>
                        </m:ctrlPr>
                      </m:dPr>
                      <m:e>
                        <m:sSup>
                          <m:sSupPr>
                            <m:ctrlPr>
                              <a:rPr lang="en-US" sz="1000" i="1" noProof="0" smtClean="0">
                                <a:solidFill>
                                  <a:schemeClr val="tx2"/>
                                </a:solidFill>
                                <a:latin typeface="Cambria Math" panose="02040503050406030204" pitchFamily="18" charset="0"/>
                              </a:rPr>
                            </m:ctrlPr>
                          </m:sSupPr>
                          <m:e>
                            <m:r>
                              <a:rPr lang="en-US" sz="1000" i="1" noProof="0" smtClean="0">
                                <a:solidFill>
                                  <a:schemeClr val="tx2"/>
                                </a:solidFill>
                                <a:latin typeface="Cambria Math" panose="02040503050406030204" pitchFamily="18" charset="0"/>
                              </a:rPr>
                              <m:t>𝑋</m:t>
                            </m:r>
                          </m:e>
                          <m:sup>
                            <m:d>
                              <m:dPr>
                                <m:ctrlPr>
                                  <a:rPr lang="en-US" sz="1000" i="1" noProof="0" smtClean="0">
                                    <a:solidFill>
                                      <a:schemeClr val="tx2"/>
                                    </a:solidFill>
                                    <a:latin typeface="Cambria Math" panose="02040503050406030204" pitchFamily="18" charset="0"/>
                                  </a:rPr>
                                </m:ctrlPr>
                              </m:dPr>
                              <m:e>
                                <m:r>
                                  <a:rPr lang="en-US" sz="1000" i="1" noProof="0" smtClean="0">
                                    <a:solidFill>
                                      <a:schemeClr val="tx2"/>
                                    </a:solidFill>
                                    <a:latin typeface="Cambria Math" panose="02040503050406030204" pitchFamily="18" charset="0"/>
                                  </a:rPr>
                                  <m:t>𝑗</m:t>
                                </m:r>
                              </m:e>
                            </m:d>
                          </m:sup>
                        </m:sSup>
                      </m:e>
                    </m:d>
                  </m:oMath>
                </a14:m>
                <a:r>
                  <a:rPr lang="en-US" sz="1000" noProof="0" dirty="0">
                    <a:solidFill>
                      <a:schemeClr val="tx2"/>
                    </a:solidFill>
                  </a:rPr>
                  <a:t>for all </a:t>
                </a:r>
                <a14:m>
                  <m:oMath xmlns:m="http://schemas.openxmlformats.org/officeDocument/2006/math">
                    <m:r>
                      <a:rPr lang="en-US" sz="1000" i="1" noProof="0">
                        <a:solidFill>
                          <a:schemeClr val="tx2"/>
                        </a:solidFill>
                        <a:latin typeface="Cambria Math" panose="02040503050406030204" pitchFamily="18" charset="0"/>
                      </a:rPr>
                      <m:t>𝑗</m:t>
                    </m:r>
                  </m:oMath>
                </a14:m>
                <a:endParaRPr lang="en-US" sz="1000" noProof="0" dirty="0">
                  <a:solidFill>
                    <a:schemeClr val="tx2"/>
                  </a:solidFill>
                </a:endParaRPr>
              </a:p>
              <a:p>
                <a:pPr marL="228600" indent="-228600">
                  <a:spcBef>
                    <a:spcPts val="600"/>
                  </a:spcBef>
                  <a:spcAft>
                    <a:spcPts val="600"/>
                  </a:spcAft>
                  <a:buFont typeface="+mj-lt"/>
                  <a:buAutoNum type="arabicPeriod"/>
                </a:pPr>
                <a:r>
                  <a:rPr lang="en-US" sz="1000" b="1" noProof="0" dirty="0">
                    <a:solidFill>
                      <a:schemeClr val="tx2"/>
                    </a:solidFill>
                  </a:rPr>
                  <a:t>Sensitivity measure computation</a:t>
                </a:r>
                <a:endParaRPr lang="en-US" sz="1000" noProof="0" dirty="0">
                  <a:solidFill>
                    <a:schemeClr val="tx2"/>
                  </a:solidFill>
                </a:endParaRPr>
              </a:p>
              <a:p>
                <a:pPr marL="628650" lvl="1" indent="-171450">
                  <a:lnSpc>
                    <a:spcPct val="100000"/>
                  </a:lnSpc>
                  <a:spcBef>
                    <a:spcPts val="200"/>
                  </a:spcBef>
                  <a:spcAft>
                    <a:spcPts val="200"/>
                  </a:spcAft>
                  <a:buFont typeface="Arial" panose="020B0604020202020204" pitchFamily="34" charset="0"/>
                  <a:buChar char="•"/>
                </a:pPr>
                <a:r>
                  <a:rPr lang="en-US" sz="1000" noProof="0" dirty="0">
                    <a:solidFill>
                      <a:schemeClr val="tx2"/>
                    </a:solidFill>
                  </a:rPr>
                  <a:t>Morris: </a:t>
                </a:r>
                <a14:m>
                  <m:oMath xmlns:m="http://schemas.openxmlformats.org/officeDocument/2006/math">
                    <m:r>
                      <a:rPr lang="en-US" sz="1000" i="1" noProof="0">
                        <a:solidFill>
                          <a:schemeClr val="tx2"/>
                        </a:solidFill>
                        <a:latin typeface="Cambria Math" panose="02040503050406030204" pitchFamily="18" charset="0"/>
                      </a:rPr>
                      <m:t>𝐸</m:t>
                    </m:r>
                    <m:sSub>
                      <m:sSubPr>
                        <m:ctrlPr>
                          <a:rPr lang="en-US" sz="1000" i="1" noProof="0" smtClean="0">
                            <a:solidFill>
                              <a:schemeClr val="tx2"/>
                            </a:solidFill>
                            <a:latin typeface="Cambria Math" panose="02040503050406030204" pitchFamily="18" charset="0"/>
                          </a:rPr>
                        </m:ctrlPr>
                      </m:sSubPr>
                      <m:e>
                        <m:r>
                          <a:rPr lang="en-US" sz="1000" i="1" noProof="0" smtClean="0">
                            <a:solidFill>
                              <a:schemeClr val="tx2"/>
                            </a:solidFill>
                            <a:latin typeface="Cambria Math" panose="02040503050406030204" pitchFamily="18" charset="0"/>
                          </a:rPr>
                          <m:t>𝐸</m:t>
                        </m:r>
                      </m:e>
                      <m:sub>
                        <m:r>
                          <a:rPr lang="en-US" sz="1000" i="1" noProof="0" smtClean="0">
                            <a:solidFill>
                              <a:schemeClr val="tx2"/>
                            </a:solidFill>
                            <a:latin typeface="Cambria Math" panose="02040503050406030204" pitchFamily="18" charset="0"/>
                          </a:rPr>
                          <m:t>𝑖</m:t>
                        </m:r>
                      </m:sub>
                    </m:sSub>
                    <m:r>
                      <a:rPr lang="en-US" sz="1000" noProof="0" smtClean="0">
                        <a:solidFill>
                          <a:schemeClr val="tx2"/>
                        </a:solidFill>
                        <a:latin typeface="Cambria Math" panose="02040503050406030204" pitchFamily="18" charset="0"/>
                      </a:rPr>
                      <m:t>→</m:t>
                    </m:r>
                    <m:sSup>
                      <m:sSupPr>
                        <m:ctrlPr>
                          <a:rPr lang="en-US" sz="1000" i="1" noProof="0" smtClean="0">
                            <a:solidFill>
                              <a:schemeClr val="tx2"/>
                            </a:solidFill>
                            <a:latin typeface="Cambria Math" panose="02040503050406030204" pitchFamily="18" charset="0"/>
                          </a:rPr>
                        </m:ctrlPr>
                      </m:sSupPr>
                      <m:e>
                        <m:r>
                          <a:rPr lang="en-US" sz="1000" i="1" noProof="0" smtClean="0">
                            <a:solidFill>
                              <a:schemeClr val="tx2"/>
                            </a:solidFill>
                            <a:latin typeface="Cambria Math" panose="02040503050406030204" pitchFamily="18" charset="0"/>
                          </a:rPr>
                          <m:t>𝜇</m:t>
                        </m:r>
                      </m:e>
                      <m:sup>
                        <m:r>
                          <a:rPr lang="en-US" sz="1000" noProof="0" smtClean="0">
                            <a:solidFill>
                              <a:schemeClr val="tx2"/>
                            </a:solidFill>
                            <a:latin typeface="Cambria Math" panose="02040503050406030204" pitchFamily="18" charset="0"/>
                          </a:rPr>
                          <m:t>∗</m:t>
                        </m:r>
                      </m:sup>
                    </m:sSup>
                    <m:r>
                      <a:rPr lang="en-US" sz="1000" noProof="0" smtClean="0">
                        <a:solidFill>
                          <a:schemeClr val="tx2"/>
                        </a:solidFill>
                        <a:latin typeface="Cambria Math" panose="02040503050406030204" pitchFamily="18" charset="0"/>
                      </a:rPr>
                      <m:t>,</m:t>
                    </m:r>
                  </m:oMath>
                </a14:m>
                <a:endParaRPr lang="en-US" sz="1000" noProof="0" dirty="0">
                  <a:solidFill>
                    <a:schemeClr val="tx2"/>
                  </a:solidFill>
                </a:endParaRPr>
              </a:p>
              <a:p>
                <a:pPr marL="628650" lvl="1" indent="-171450">
                  <a:lnSpc>
                    <a:spcPct val="100000"/>
                  </a:lnSpc>
                  <a:spcBef>
                    <a:spcPts val="200"/>
                  </a:spcBef>
                  <a:spcAft>
                    <a:spcPts val="200"/>
                  </a:spcAft>
                  <a:buFont typeface="Arial" panose="020B0604020202020204" pitchFamily="34" charset="0"/>
                  <a:buChar char="•"/>
                </a:pPr>
                <a:r>
                  <a:rPr lang="en-US" sz="1000" noProof="0" dirty="0">
                    <a:solidFill>
                      <a:schemeClr val="tx2"/>
                    </a:solidFill>
                  </a:rPr>
                  <a:t> Sobol: </a:t>
                </a:r>
                <a14:m>
                  <m:oMath xmlns:m="http://schemas.openxmlformats.org/officeDocument/2006/math">
                    <m:sSub>
                      <m:sSubPr>
                        <m:ctrlPr>
                          <a:rPr lang="en-US" sz="1000" i="1" noProof="0" smtClean="0">
                            <a:solidFill>
                              <a:schemeClr val="tx2"/>
                            </a:solidFill>
                            <a:latin typeface="Cambria Math" panose="02040503050406030204" pitchFamily="18" charset="0"/>
                          </a:rPr>
                        </m:ctrlPr>
                      </m:sSubPr>
                      <m:e>
                        <m:r>
                          <a:rPr lang="en-US" sz="1000" i="1" noProof="0" smtClean="0">
                            <a:solidFill>
                              <a:schemeClr val="tx2"/>
                            </a:solidFill>
                            <a:latin typeface="Cambria Math" panose="02040503050406030204" pitchFamily="18" charset="0"/>
                          </a:rPr>
                          <m:t>𝑆</m:t>
                        </m:r>
                      </m:e>
                      <m:sub>
                        <m:r>
                          <a:rPr lang="en-US" sz="1000" i="1" noProof="0" smtClean="0">
                            <a:solidFill>
                              <a:schemeClr val="tx2"/>
                            </a:solidFill>
                            <a:latin typeface="Cambria Math" panose="02040503050406030204" pitchFamily="18" charset="0"/>
                          </a:rPr>
                          <m:t>𝑖</m:t>
                        </m:r>
                      </m:sub>
                    </m:sSub>
                    <m:r>
                      <a:rPr lang="en-US" sz="1000" noProof="0" smtClean="0">
                        <a:solidFill>
                          <a:schemeClr val="tx2"/>
                        </a:solidFill>
                        <a:latin typeface="Cambria Math" panose="02040503050406030204" pitchFamily="18" charset="0"/>
                      </a:rPr>
                      <m:t>,</m:t>
                    </m:r>
                    <m:sSub>
                      <m:sSubPr>
                        <m:ctrlPr>
                          <a:rPr lang="en-US" sz="1000" i="1" noProof="0" smtClean="0">
                            <a:solidFill>
                              <a:schemeClr val="tx2"/>
                            </a:solidFill>
                            <a:latin typeface="Cambria Math" panose="02040503050406030204" pitchFamily="18" charset="0"/>
                          </a:rPr>
                        </m:ctrlPr>
                      </m:sSubPr>
                      <m:e>
                        <m:r>
                          <a:rPr lang="en-US" sz="1000" i="1" noProof="0" smtClean="0">
                            <a:solidFill>
                              <a:schemeClr val="tx2"/>
                            </a:solidFill>
                            <a:latin typeface="Cambria Math" panose="02040503050406030204" pitchFamily="18" charset="0"/>
                          </a:rPr>
                          <m:t>𝑆</m:t>
                        </m:r>
                      </m:e>
                      <m:sub>
                        <m:sSub>
                          <m:sSubPr>
                            <m:ctrlPr>
                              <a:rPr lang="en-US" sz="1000" i="1" noProof="0" smtClean="0">
                                <a:solidFill>
                                  <a:schemeClr val="tx2"/>
                                </a:solidFill>
                                <a:latin typeface="Cambria Math" panose="02040503050406030204" pitchFamily="18" charset="0"/>
                              </a:rPr>
                            </m:ctrlPr>
                          </m:sSubPr>
                          <m:e>
                            <m:r>
                              <a:rPr lang="en-US" sz="1000" i="1" noProof="0" smtClean="0">
                                <a:solidFill>
                                  <a:schemeClr val="tx2"/>
                                </a:solidFill>
                                <a:latin typeface="Cambria Math" panose="02040503050406030204" pitchFamily="18" charset="0"/>
                              </a:rPr>
                              <m:t>𝑇</m:t>
                            </m:r>
                          </m:e>
                          <m:sub>
                            <m:r>
                              <a:rPr lang="en-US" sz="1000" i="1" noProof="0" smtClean="0">
                                <a:solidFill>
                                  <a:schemeClr val="tx2"/>
                                </a:solidFill>
                                <a:latin typeface="Cambria Math" panose="02040503050406030204" pitchFamily="18" charset="0"/>
                              </a:rPr>
                              <m:t>𝑖</m:t>
                            </m:r>
                          </m:sub>
                        </m:sSub>
                      </m:sub>
                    </m:sSub>
                  </m:oMath>
                </a14:m>
                <a:endParaRPr lang="en-US" sz="1000" noProof="0" dirty="0">
                  <a:solidFill>
                    <a:schemeClr val="tx2"/>
                  </a:solidFill>
                </a:endParaRPr>
              </a:p>
              <a:p>
                <a:pPr marL="628650" lvl="1" indent="-171450">
                  <a:lnSpc>
                    <a:spcPct val="100000"/>
                  </a:lnSpc>
                  <a:spcBef>
                    <a:spcPts val="200"/>
                  </a:spcBef>
                  <a:spcAft>
                    <a:spcPts val="600"/>
                  </a:spcAft>
                  <a:buFont typeface="Arial" panose="020B0604020202020204" pitchFamily="34" charset="0"/>
                  <a:buChar char="•"/>
                </a:pPr>
                <a:r>
                  <a:rPr lang="en-US" sz="1000" strike="sngStrike" noProof="0" dirty="0">
                    <a:solidFill>
                      <a:schemeClr val="tx2"/>
                    </a:solidFill>
                  </a:rPr>
                  <a:t> Monte Carlo  Filtering: conditional distributions</a:t>
                </a:r>
              </a:p>
              <a:p>
                <a:pPr marL="228600" indent="-228600">
                  <a:spcBef>
                    <a:spcPts val="200"/>
                  </a:spcBef>
                  <a:spcAft>
                    <a:spcPts val="200"/>
                  </a:spcAft>
                  <a:buFont typeface="+mj-lt"/>
                  <a:buAutoNum type="arabicPeriod"/>
                </a:pPr>
                <a:r>
                  <a:rPr lang="en-US" sz="1000" b="1" noProof="0" dirty="0">
                    <a:solidFill>
                      <a:schemeClr val="tx2"/>
                    </a:solidFill>
                  </a:rPr>
                  <a:t>Decision-oriented synthesis</a:t>
                </a:r>
              </a:p>
              <a:p>
                <a:pPr marL="685800" lvl="1" indent="-228600">
                  <a:spcBef>
                    <a:spcPts val="200"/>
                  </a:spcBef>
                  <a:spcAft>
                    <a:spcPts val="200"/>
                  </a:spcAft>
                </a:pPr>
                <a:r>
                  <a:rPr lang="en-US" sz="1000" noProof="0" dirty="0">
                    <a:solidFill>
                      <a:schemeClr val="tx2"/>
                    </a:solidFill>
                  </a:rPr>
                  <a:t>Use results for model simplification or further analysis</a:t>
                </a:r>
              </a:p>
              <a:p>
                <a:pPr marL="685800" lvl="1" indent="-228600">
                  <a:spcBef>
                    <a:spcPts val="200"/>
                  </a:spcBef>
                  <a:spcAft>
                    <a:spcPts val="200"/>
                  </a:spcAft>
                  <a:buFont typeface="Arial" panose="020B0604020202020204" pitchFamily="34" charset="0"/>
                  <a:buChar char="•"/>
                </a:pPr>
                <a:r>
                  <a:rPr lang="en-US" sz="1000" noProof="0" dirty="0">
                    <a:solidFill>
                      <a:schemeClr val="tx2"/>
                    </a:solidFill>
                  </a:rPr>
                  <a:t> Factor fixing (remove negligible inputs)</a:t>
                </a:r>
              </a:p>
              <a:p>
                <a:pPr marL="685800" lvl="1" indent="-228600">
                  <a:spcBef>
                    <a:spcPts val="200"/>
                  </a:spcBef>
                  <a:spcAft>
                    <a:spcPts val="200"/>
                  </a:spcAft>
                  <a:buFont typeface="Arial" panose="020B0604020202020204" pitchFamily="34" charset="0"/>
                  <a:buChar char="•"/>
                </a:pPr>
                <a:r>
                  <a:rPr lang="en-US" sz="1000" noProof="0" dirty="0">
                    <a:solidFill>
                      <a:schemeClr val="tx2"/>
                    </a:solidFill>
                  </a:rPr>
                  <a:t>Factor prioritization (focus on key drivers)</a:t>
                </a:r>
              </a:p>
              <a:p>
                <a:endParaRPr lang="en-US" sz="1000" noProof="0" dirty="0">
                  <a:solidFill>
                    <a:schemeClr val="tx2"/>
                  </a:solidFill>
                </a:endParaRPr>
              </a:p>
            </p:txBody>
          </p:sp>
        </mc:Choice>
        <mc:Fallback xmlns="">
          <p:sp>
            <p:nvSpPr>
              <p:cNvPr id="10" name="Text Placeholder 2">
                <a:extLst>
                  <a:ext uri="{FF2B5EF4-FFF2-40B4-BE49-F238E27FC236}">
                    <a16:creationId xmlns:a16="http://schemas.microsoft.com/office/drawing/2014/main" id="{1BDA31D8-9245-A813-561A-9427E0753692}"/>
                  </a:ext>
                </a:extLst>
              </p:cNvPr>
              <p:cNvSpPr>
                <a:spLocks noGrp="1" noRot="1" noChangeAspect="1" noMove="1" noResize="1" noEditPoints="1" noAdjustHandles="1" noChangeArrowheads="1" noChangeShapeType="1" noTextEdit="1"/>
              </p:cNvSpPr>
              <p:nvPr>
                <p:ph type="body" sz="quarter" idx="13"/>
              </p:nvPr>
            </p:nvSpPr>
            <p:spPr>
              <a:xfrm>
                <a:off x="334964" y="1648156"/>
                <a:ext cx="8640000" cy="4082084"/>
              </a:xfrm>
              <a:blipFill>
                <a:blip r:embed="rId2"/>
                <a:stretch>
                  <a:fillRect l="-1059" t="-896"/>
                </a:stretch>
              </a:blipFill>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D5D331B7-07A6-8ED2-2FCB-27A4D9A63D08}"/>
              </a:ext>
            </a:extLst>
          </p:cNvPr>
          <p:cNvCxnSpPr>
            <a:cxnSpLocks/>
          </p:cNvCxnSpPr>
          <p:nvPr/>
        </p:nvCxnSpPr>
        <p:spPr>
          <a:xfrm>
            <a:off x="3741420" y="2796540"/>
            <a:ext cx="2453640" cy="0"/>
          </a:xfrm>
          <a:prstGeom prst="straightConnector1">
            <a:avLst/>
          </a:prstGeom>
          <a:ln w="19050">
            <a:solidFill>
              <a:srgbClr val="A7657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75E1268-C756-A942-4DEB-7A56638A45F3}"/>
              </a:ext>
            </a:extLst>
          </p:cNvPr>
          <p:cNvSpPr txBox="1"/>
          <p:nvPr/>
        </p:nvSpPr>
        <p:spPr>
          <a:xfrm>
            <a:off x="6446836" y="2150476"/>
            <a:ext cx="3268664" cy="1453411"/>
          </a:xfrm>
          <a:prstGeom prst="rect">
            <a:avLst/>
          </a:prstGeom>
          <a:noFill/>
        </p:spPr>
        <p:txBody>
          <a:bodyPr wrap="square" rtlCol="0">
            <a:spAutoFit/>
          </a:bodyPr>
          <a:lstStyle/>
          <a:p>
            <a:pPr>
              <a:lnSpc>
                <a:spcPct val="150000"/>
              </a:lnSpc>
            </a:pPr>
            <a:r>
              <a:rPr lang="en-US" sz="1000" b="1" noProof="0" dirty="0">
                <a:solidFill>
                  <a:schemeClr val="tx2"/>
                </a:solidFill>
                <a:highlight>
                  <a:srgbClr val="C38D94"/>
                </a:highlight>
              </a:rPr>
              <a:t>Sampling Techniques:</a:t>
            </a:r>
          </a:p>
          <a:p>
            <a:pPr marL="171450" indent="-171450">
              <a:lnSpc>
                <a:spcPct val="150000"/>
              </a:lnSpc>
              <a:buFont typeface="Arial" panose="020B0604020202020204" pitchFamily="34" charset="0"/>
              <a:buChar char="•"/>
            </a:pPr>
            <a:r>
              <a:rPr lang="en-US" sz="1000" noProof="0" dirty="0">
                <a:solidFill>
                  <a:schemeClr val="tx2"/>
                </a:solidFill>
              </a:rPr>
              <a:t>One-At-a-Time sampling</a:t>
            </a:r>
          </a:p>
          <a:p>
            <a:pPr marL="171450" indent="-171450">
              <a:lnSpc>
                <a:spcPct val="150000"/>
              </a:lnSpc>
              <a:buFont typeface="Arial" panose="020B0604020202020204" pitchFamily="34" charset="0"/>
              <a:buChar char="•"/>
            </a:pPr>
            <a:r>
              <a:rPr lang="en-US" sz="1000" noProof="0" dirty="0">
                <a:solidFill>
                  <a:schemeClr val="tx2"/>
                </a:solidFill>
              </a:rPr>
              <a:t>Fractional Factorial Sampling</a:t>
            </a:r>
          </a:p>
          <a:p>
            <a:pPr marL="171450" indent="-171450">
              <a:lnSpc>
                <a:spcPct val="150000"/>
              </a:lnSpc>
              <a:buFont typeface="Arial" panose="020B0604020202020204" pitchFamily="34" charset="0"/>
              <a:buChar char="•"/>
            </a:pPr>
            <a:r>
              <a:rPr lang="en-US" sz="1000" noProof="0" dirty="0">
                <a:solidFill>
                  <a:schemeClr val="tx2"/>
                </a:solidFill>
              </a:rPr>
              <a:t>Latin Hypercube Sampling</a:t>
            </a:r>
          </a:p>
          <a:p>
            <a:pPr marL="171450" indent="-171450">
              <a:lnSpc>
                <a:spcPct val="150000"/>
              </a:lnSpc>
              <a:buFont typeface="Arial" panose="020B0604020202020204" pitchFamily="34" charset="0"/>
              <a:buChar char="•"/>
            </a:pPr>
            <a:r>
              <a:rPr lang="en-US" sz="1000" strike="sngStrike" noProof="0" dirty="0">
                <a:solidFill>
                  <a:schemeClr val="tx2"/>
                </a:solidFill>
              </a:rPr>
              <a:t>Multivariate Stratified Sampling</a:t>
            </a:r>
          </a:p>
          <a:p>
            <a:pPr marL="171450" indent="-171450">
              <a:lnSpc>
                <a:spcPct val="150000"/>
              </a:lnSpc>
              <a:buFont typeface="Arial" panose="020B0604020202020204" pitchFamily="34" charset="0"/>
              <a:buChar char="•"/>
            </a:pPr>
            <a:r>
              <a:rPr lang="en-US" sz="1000" noProof="0" dirty="0">
                <a:solidFill>
                  <a:schemeClr val="tx2"/>
                </a:solidFill>
              </a:rPr>
              <a:t>Quasi-random Sampling</a:t>
            </a:r>
          </a:p>
        </p:txBody>
      </p:sp>
      <p:sp>
        <p:nvSpPr>
          <p:cNvPr id="13" name="TextBox 12">
            <a:extLst>
              <a:ext uri="{FF2B5EF4-FFF2-40B4-BE49-F238E27FC236}">
                <a16:creationId xmlns:a16="http://schemas.microsoft.com/office/drawing/2014/main" id="{8400B505-5D67-35EC-3BCC-D9666474D179}"/>
              </a:ext>
            </a:extLst>
          </p:cNvPr>
          <p:cNvSpPr txBox="1"/>
          <p:nvPr/>
        </p:nvSpPr>
        <p:spPr>
          <a:xfrm>
            <a:off x="5669880" y="975986"/>
            <a:ext cx="5886451" cy="46166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sz="1200" b="1" noProof="0" dirty="0">
                <a:solidFill>
                  <a:schemeClr val="tx2"/>
                </a:solidFill>
              </a:rPr>
              <a:t>The features available in SALib are sufficient to perform the type of GSA needed in our field.</a:t>
            </a:r>
          </a:p>
        </p:txBody>
      </p:sp>
    </p:spTree>
    <p:extLst>
      <p:ext uri="{BB962C8B-B14F-4D97-AF65-F5344CB8AC3E}">
        <p14:creationId xmlns:p14="http://schemas.microsoft.com/office/powerpoint/2010/main" val="1700237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7E358-E51F-9310-586E-2EEF89DBE08B}"/>
              </a:ext>
            </a:extLst>
          </p:cNvPr>
          <p:cNvSpPr>
            <a:spLocks noGrp="1"/>
          </p:cNvSpPr>
          <p:nvPr>
            <p:ph type="title"/>
          </p:nvPr>
        </p:nvSpPr>
        <p:spPr/>
        <p:txBody>
          <a:bodyPr/>
          <a:lstStyle/>
          <a:p>
            <a:r>
              <a:rPr lang="en-US" noProof="0" dirty="0"/>
              <a:t>GSA in SALib</a:t>
            </a:r>
          </a:p>
        </p:txBody>
      </p:sp>
      <p:sp>
        <p:nvSpPr>
          <p:cNvPr id="4" name="Date Placeholder 3">
            <a:extLst>
              <a:ext uri="{FF2B5EF4-FFF2-40B4-BE49-F238E27FC236}">
                <a16:creationId xmlns:a16="http://schemas.microsoft.com/office/drawing/2014/main" id="{A10206A0-6860-78FD-E8E6-FB8DA7924D29}"/>
              </a:ext>
            </a:extLst>
          </p:cNvPr>
          <p:cNvSpPr>
            <a:spLocks noGrp="1"/>
          </p:cNvSpPr>
          <p:nvPr>
            <p:ph type="dt" sz="half" idx="14"/>
          </p:nvPr>
        </p:nvSpPr>
        <p:spPr/>
        <p:txBody>
          <a:bodyPr/>
          <a:lstStyle/>
          <a:p>
            <a:r>
              <a:rPr lang="en-US" noProof="0" dirty="0"/>
              <a:t>POLITECNICO DI MILANO</a:t>
            </a:r>
          </a:p>
        </p:txBody>
      </p:sp>
      <p:sp>
        <p:nvSpPr>
          <p:cNvPr id="5" name="Footer Placeholder 4">
            <a:extLst>
              <a:ext uri="{FF2B5EF4-FFF2-40B4-BE49-F238E27FC236}">
                <a16:creationId xmlns:a16="http://schemas.microsoft.com/office/drawing/2014/main" id="{80FFD27C-2BEB-5EE0-46AC-2ACF1EB905FC}"/>
              </a:ext>
            </a:extLst>
          </p:cNvPr>
          <p:cNvSpPr>
            <a:spLocks noGrp="1"/>
          </p:cNvSpPr>
          <p:nvPr>
            <p:ph type="ftr" sz="quarter" idx="15"/>
          </p:nvPr>
        </p:nvSpPr>
        <p:spPr/>
        <p:txBody>
          <a:bodyPr/>
          <a:lstStyle/>
          <a:p>
            <a:r>
              <a:rPr lang="en-US" noProof="0" dirty="0"/>
              <a:t>Department of Energy</a:t>
            </a:r>
          </a:p>
        </p:txBody>
      </p:sp>
      <p:sp>
        <p:nvSpPr>
          <p:cNvPr id="6" name="Slide Number Placeholder 5">
            <a:extLst>
              <a:ext uri="{FF2B5EF4-FFF2-40B4-BE49-F238E27FC236}">
                <a16:creationId xmlns:a16="http://schemas.microsoft.com/office/drawing/2014/main" id="{3CDDFF7E-B968-4370-EEBB-2F52F06E8000}"/>
              </a:ext>
            </a:extLst>
          </p:cNvPr>
          <p:cNvSpPr>
            <a:spLocks noGrp="1"/>
          </p:cNvSpPr>
          <p:nvPr>
            <p:ph type="sldNum" sz="quarter" idx="16"/>
          </p:nvPr>
        </p:nvSpPr>
        <p:spPr/>
        <p:txBody>
          <a:bodyPr/>
          <a:lstStyle/>
          <a:p>
            <a:fld id="{3135EEA2-8D42-4D46-95A6-66E65FDC5EB1}" type="slidenum">
              <a:rPr lang="en-US" noProof="0" smtClean="0"/>
              <a:pPr/>
              <a:t>5</a:t>
            </a:fld>
            <a:endParaRPr lang="en-US" noProof="0" dirty="0"/>
          </a:p>
        </p:txBody>
      </p:sp>
      <p:sp>
        <p:nvSpPr>
          <p:cNvPr id="13" name="TextBox 12">
            <a:extLst>
              <a:ext uri="{FF2B5EF4-FFF2-40B4-BE49-F238E27FC236}">
                <a16:creationId xmlns:a16="http://schemas.microsoft.com/office/drawing/2014/main" id="{A8E08496-094E-DDAF-B32C-735B1F034DA1}"/>
              </a:ext>
            </a:extLst>
          </p:cNvPr>
          <p:cNvSpPr txBox="1"/>
          <p:nvPr/>
        </p:nvSpPr>
        <p:spPr>
          <a:xfrm>
            <a:off x="5346908" y="2460154"/>
            <a:ext cx="6135871" cy="1600438"/>
          </a:xfrm>
          <a:prstGeom prst="rect">
            <a:avLst/>
          </a:prstGeom>
          <a:noFill/>
        </p:spPr>
        <p:txBody>
          <a:bodyPr wrap="square" rtlCol="0">
            <a:spAutoFit/>
          </a:bodyPr>
          <a:lstStyle/>
          <a:p>
            <a:pPr marL="342900" indent="-342900">
              <a:lnSpc>
                <a:spcPct val="150000"/>
              </a:lnSpc>
              <a:buAutoNum type="arabicPeriod"/>
            </a:pPr>
            <a:r>
              <a:rPr lang="en-US" sz="1400" noProof="0" dirty="0">
                <a:solidFill>
                  <a:schemeClr val="tx2"/>
                </a:solidFill>
              </a:rPr>
              <a:t>Provide uncertain inputs info, format: </a:t>
            </a:r>
            <a:r>
              <a:rPr lang="en-US" sz="1400" b="1" noProof="0" dirty="0">
                <a:solidFill>
                  <a:schemeClr val="tx2"/>
                </a:solidFill>
              </a:rPr>
              <a:t>dictionary</a:t>
            </a:r>
            <a:endParaRPr lang="en-US" sz="1400" noProof="0" dirty="0">
              <a:solidFill>
                <a:schemeClr val="tx2"/>
              </a:solidFill>
            </a:endParaRPr>
          </a:p>
          <a:p>
            <a:pPr marL="342900" indent="-342900">
              <a:lnSpc>
                <a:spcPct val="150000"/>
              </a:lnSpc>
              <a:buAutoNum type="arabicPeriod"/>
            </a:pPr>
            <a:r>
              <a:rPr lang="en-US" sz="1400" noProof="0" dirty="0">
                <a:solidFill>
                  <a:schemeClr val="tx2"/>
                </a:solidFill>
              </a:rPr>
              <a:t>sample inputs</a:t>
            </a:r>
          </a:p>
          <a:p>
            <a:pPr marL="342900" indent="-342900">
              <a:lnSpc>
                <a:spcPct val="150000"/>
              </a:lnSpc>
              <a:buAutoNum type="arabicPeriod"/>
            </a:pPr>
            <a:r>
              <a:rPr lang="en-US" sz="1400" noProof="0" dirty="0">
                <a:solidFill>
                  <a:schemeClr val="tx2"/>
                </a:solidFill>
              </a:rPr>
              <a:t>run model, </a:t>
            </a:r>
            <a:r>
              <a:rPr lang="en-US" sz="1400" noProof="0" dirty="0" err="1">
                <a:solidFill>
                  <a:schemeClr val="tx2"/>
                </a:solidFill>
              </a:rPr>
              <a:t>ouput</a:t>
            </a:r>
            <a:r>
              <a:rPr lang="en-US" sz="1400" noProof="0" dirty="0">
                <a:solidFill>
                  <a:schemeClr val="tx2"/>
                </a:solidFill>
              </a:rPr>
              <a:t>: </a:t>
            </a:r>
            <a:r>
              <a:rPr lang="en-US" sz="1400" b="1" noProof="0" dirty="0">
                <a:solidFill>
                  <a:schemeClr val="tx2"/>
                </a:solidFill>
              </a:rPr>
              <a:t>array </a:t>
            </a:r>
            <a:r>
              <a:rPr lang="en-US" sz="1400" noProof="0" dirty="0">
                <a:solidFill>
                  <a:schemeClr val="tx2"/>
                </a:solidFill>
              </a:rPr>
              <a:t>of Y values</a:t>
            </a:r>
            <a:endParaRPr lang="en-US" sz="1400" b="1" noProof="0" dirty="0">
              <a:solidFill>
                <a:schemeClr val="tx2"/>
              </a:solidFill>
            </a:endParaRPr>
          </a:p>
          <a:p>
            <a:pPr marL="342900" indent="-342900">
              <a:lnSpc>
                <a:spcPct val="150000"/>
              </a:lnSpc>
              <a:buAutoNum type="arabicPeriod"/>
            </a:pPr>
            <a:r>
              <a:rPr lang="en-US" sz="1400" noProof="0" dirty="0">
                <a:solidFill>
                  <a:schemeClr val="tx2"/>
                </a:solidFill>
              </a:rPr>
              <a:t>calculate sensitivity measures of Y</a:t>
            </a:r>
          </a:p>
          <a:p>
            <a:pPr marL="342900" indent="-342900">
              <a:buAutoNum type="arabicPeriod"/>
            </a:pPr>
            <a:endParaRPr lang="en-US" sz="1400" noProof="0" dirty="0"/>
          </a:p>
        </p:txBody>
      </p:sp>
      <p:sp>
        <p:nvSpPr>
          <p:cNvPr id="20" name="Rectangle 19">
            <a:extLst>
              <a:ext uri="{FF2B5EF4-FFF2-40B4-BE49-F238E27FC236}">
                <a16:creationId xmlns:a16="http://schemas.microsoft.com/office/drawing/2014/main" id="{F603FF58-8493-A855-DE1A-C1A4BDD387E7}"/>
              </a:ext>
            </a:extLst>
          </p:cNvPr>
          <p:cNvSpPr/>
          <p:nvPr/>
        </p:nvSpPr>
        <p:spPr>
          <a:xfrm>
            <a:off x="396240" y="2340864"/>
            <a:ext cx="2609088" cy="786384"/>
          </a:xfrm>
          <a:prstGeom prst="rect">
            <a:avLst/>
          </a:prstGeom>
          <a:noFill/>
          <a:ln w="19050">
            <a:solidFill>
              <a:srgbClr val="C38D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TextBox 20">
            <a:extLst>
              <a:ext uri="{FF2B5EF4-FFF2-40B4-BE49-F238E27FC236}">
                <a16:creationId xmlns:a16="http://schemas.microsoft.com/office/drawing/2014/main" id="{153ADB79-6804-E531-3733-85EA4539F611}"/>
              </a:ext>
            </a:extLst>
          </p:cNvPr>
          <p:cNvSpPr txBox="1"/>
          <p:nvPr/>
        </p:nvSpPr>
        <p:spPr>
          <a:xfrm>
            <a:off x="3005328" y="2513224"/>
            <a:ext cx="298704" cy="369332"/>
          </a:xfrm>
          <a:prstGeom prst="rect">
            <a:avLst/>
          </a:prstGeom>
          <a:noFill/>
        </p:spPr>
        <p:txBody>
          <a:bodyPr wrap="square" rtlCol="0">
            <a:spAutoFit/>
          </a:bodyPr>
          <a:lstStyle/>
          <a:p>
            <a:r>
              <a:rPr lang="en-US" b="1" noProof="0" dirty="0">
                <a:solidFill>
                  <a:srgbClr val="C38D94"/>
                </a:solidFill>
              </a:rPr>
              <a:t>1</a:t>
            </a:r>
          </a:p>
        </p:txBody>
      </p:sp>
      <p:pic>
        <p:nvPicPr>
          <p:cNvPr id="22" name="Picture 21">
            <a:extLst>
              <a:ext uri="{FF2B5EF4-FFF2-40B4-BE49-F238E27FC236}">
                <a16:creationId xmlns:a16="http://schemas.microsoft.com/office/drawing/2014/main" id="{3199A4F8-74A1-85C7-422D-FDD2E32CC3B2}"/>
              </a:ext>
            </a:extLst>
          </p:cNvPr>
          <p:cNvPicPr>
            <a:picLocks noChangeAspect="1"/>
          </p:cNvPicPr>
          <p:nvPr/>
        </p:nvPicPr>
        <p:blipFill>
          <a:blip r:embed="rId2"/>
          <a:stretch>
            <a:fillRect/>
          </a:stretch>
        </p:blipFill>
        <p:spPr>
          <a:xfrm>
            <a:off x="158180" y="1479564"/>
            <a:ext cx="4864924" cy="4805179"/>
          </a:xfrm>
          <a:prstGeom prst="rect">
            <a:avLst/>
          </a:prstGeom>
        </p:spPr>
      </p:pic>
      <p:grpSp>
        <p:nvGrpSpPr>
          <p:cNvPr id="27" name="Group 26">
            <a:extLst>
              <a:ext uri="{FF2B5EF4-FFF2-40B4-BE49-F238E27FC236}">
                <a16:creationId xmlns:a16="http://schemas.microsoft.com/office/drawing/2014/main" id="{5A9EC67B-18C5-21A2-A1F0-C4E3139A5D82}"/>
              </a:ext>
            </a:extLst>
          </p:cNvPr>
          <p:cNvGrpSpPr/>
          <p:nvPr/>
        </p:nvGrpSpPr>
        <p:grpSpPr>
          <a:xfrm>
            <a:off x="438358" y="1597152"/>
            <a:ext cx="3524042" cy="931652"/>
            <a:chOff x="396241" y="2338823"/>
            <a:chExt cx="2907792" cy="786384"/>
          </a:xfrm>
        </p:grpSpPr>
        <p:sp>
          <p:nvSpPr>
            <p:cNvPr id="23" name="Rectangle 22">
              <a:extLst>
                <a:ext uri="{FF2B5EF4-FFF2-40B4-BE49-F238E27FC236}">
                  <a16:creationId xmlns:a16="http://schemas.microsoft.com/office/drawing/2014/main" id="{FDE2FADE-CECC-90C1-45B1-1B07BC143399}"/>
                </a:ext>
              </a:extLst>
            </p:cNvPr>
            <p:cNvSpPr/>
            <p:nvPr/>
          </p:nvSpPr>
          <p:spPr>
            <a:xfrm>
              <a:off x="396241" y="2338823"/>
              <a:ext cx="2609088" cy="786384"/>
            </a:xfrm>
            <a:prstGeom prst="rect">
              <a:avLst/>
            </a:prstGeom>
            <a:noFill/>
            <a:ln w="19050">
              <a:solidFill>
                <a:srgbClr val="C38D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TextBox 23">
              <a:extLst>
                <a:ext uri="{FF2B5EF4-FFF2-40B4-BE49-F238E27FC236}">
                  <a16:creationId xmlns:a16="http://schemas.microsoft.com/office/drawing/2014/main" id="{C71C0E73-F00F-C5DF-2CB7-BDE990058FE0}"/>
                </a:ext>
              </a:extLst>
            </p:cNvPr>
            <p:cNvSpPr txBox="1"/>
            <p:nvPr/>
          </p:nvSpPr>
          <p:spPr>
            <a:xfrm>
              <a:off x="3005329" y="2511183"/>
              <a:ext cx="298704" cy="369332"/>
            </a:xfrm>
            <a:prstGeom prst="rect">
              <a:avLst/>
            </a:prstGeom>
            <a:noFill/>
          </p:spPr>
          <p:txBody>
            <a:bodyPr wrap="square" rtlCol="0">
              <a:spAutoFit/>
            </a:bodyPr>
            <a:lstStyle/>
            <a:p>
              <a:r>
                <a:rPr lang="en-US" b="1" noProof="0" dirty="0">
                  <a:solidFill>
                    <a:srgbClr val="C38D94"/>
                  </a:solidFill>
                </a:rPr>
                <a:t>1</a:t>
              </a:r>
            </a:p>
          </p:txBody>
        </p:sp>
      </p:grpSp>
      <p:grpSp>
        <p:nvGrpSpPr>
          <p:cNvPr id="28" name="Group 27">
            <a:extLst>
              <a:ext uri="{FF2B5EF4-FFF2-40B4-BE49-F238E27FC236}">
                <a16:creationId xmlns:a16="http://schemas.microsoft.com/office/drawing/2014/main" id="{0C5FD57A-5040-4F65-A460-BC9B37F23A86}"/>
              </a:ext>
            </a:extLst>
          </p:cNvPr>
          <p:cNvGrpSpPr/>
          <p:nvPr/>
        </p:nvGrpSpPr>
        <p:grpSpPr>
          <a:xfrm>
            <a:off x="438358" y="3372144"/>
            <a:ext cx="3524042" cy="1157184"/>
            <a:chOff x="396241" y="2338823"/>
            <a:chExt cx="2907792" cy="786384"/>
          </a:xfrm>
        </p:grpSpPr>
        <p:sp>
          <p:nvSpPr>
            <p:cNvPr id="29" name="Rectangle 28">
              <a:extLst>
                <a:ext uri="{FF2B5EF4-FFF2-40B4-BE49-F238E27FC236}">
                  <a16:creationId xmlns:a16="http://schemas.microsoft.com/office/drawing/2014/main" id="{EB78B5AC-2232-4267-8E6F-0D7290042A33}"/>
                </a:ext>
              </a:extLst>
            </p:cNvPr>
            <p:cNvSpPr/>
            <p:nvPr/>
          </p:nvSpPr>
          <p:spPr>
            <a:xfrm>
              <a:off x="396241" y="2338823"/>
              <a:ext cx="2609088" cy="786384"/>
            </a:xfrm>
            <a:prstGeom prst="rect">
              <a:avLst/>
            </a:prstGeom>
            <a:noFill/>
            <a:ln w="19050">
              <a:solidFill>
                <a:srgbClr val="C38D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TextBox 29">
              <a:extLst>
                <a:ext uri="{FF2B5EF4-FFF2-40B4-BE49-F238E27FC236}">
                  <a16:creationId xmlns:a16="http://schemas.microsoft.com/office/drawing/2014/main" id="{80FF552F-0A64-9A18-DD3C-E13FBAA165F2}"/>
                </a:ext>
              </a:extLst>
            </p:cNvPr>
            <p:cNvSpPr txBox="1"/>
            <p:nvPr/>
          </p:nvSpPr>
          <p:spPr>
            <a:xfrm>
              <a:off x="3005329" y="2511183"/>
              <a:ext cx="298704" cy="250986"/>
            </a:xfrm>
            <a:prstGeom prst="rect">
              <a:avLst/>
            </a:prstGeom>
            <a:noFill/>
          </p:spPr>
          <p:txBody>
            <a:bodyPr wrap="square" rtlCol="0">
              <a:spAutoFit/>
            </a:bodyPr>
            <a:lstStyle/>
            <a:p>
              <a:r>
                <a:rPr lang="en-US" b="1" noProof="0" dirty="0">
                  <a:solidFill>
                    <a:srgbClr val="C38D94"/>
                  </a:solidFill>
                </a:rPr>
                <a:t>2</a:t>
              </a:r>
            </a:p>
          </p:txBody>
        </p:sp>
      </p:grpSp>
      <p:grpSp>
        <p:nvGrpSpPr>
          <p:cNvPr id="31" name="Group 30">
            <a:extLst>
              <a:ext uri="{FF2B5EF4-FFF2-40B4-BE49-F238E27FC236}">
                <a16:creationId xmlns:a16="http://schemas.microsoft.com/office/drawing/2014/main" id="{580CC15C-31DD-0838-F74A-9450E451D9B5}"/>
              </a:ext>
            </a:extLst>
          </p:cNvPr>
          <p:cNvGrpSpPr/>
          <p:nvPr/>
        </p:nvGrpSpPr>
        <p:grpSpPr>
          <a:xfrm>
            <a:off x="438358" y="4617928"/>
            <a:ext cx="3524042" cy="370508"/>
            <a:chOff x="396241" y="2338823"/>
            <a:chExt cx="2907792" cy="786384"/>
          </a:xfrm>
        </p:grpSpPr>
        <p:sp>
          <p:nvSpPr>
            <p:cNvPr id="32" name="Rectangle 31">
              <a:extLst>
                <a:ext uri="{FF2B5EF4-FFF2-40B4-BE49-F238E27FC236}">
                  <a16:creationId xmlns:a16="http://schemas.microsoft.com/office/drawing/2014/main" id="{3B563D5F-01FE-523B-2A18-4C7853E20541}"/>
                </a:ext>
              </a:extLst>
            </p:cNvPr>
            <p:cNvSpPr/>
            <p:nvPr/>
          </p:nvSpPr>
          <p:spPr>
            <a:xfrm>
              <a:off x="396241" y="2338823"/>
              <a:ext cx="2609088" cy="786384"/>
            </a:xfrm>
            <a:prstGeom prst="rect">
              <a:avLst/>
            </a:prstGeom>
            <a:noFill/>
            <a:ln w="19050">
              <a:solidFill>
                <a:srgbClr val="C38D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TextBox 32">
              <a:extLst>
                <a:ext uri="{FF2B5EF4-FFF2-40B4-BE49-F238E27FC236}">
                  <a16:creationId xmlns:a16="http://schemas.microsoft.com/office/drawing/2014/main" id="{2F4C1B00-3F36-6155-29F6-719293E9E53F}"/>
                </a:ext>
              </a:extLst>
            </p:cNvPr>
            <p:cNvSpPr txBox="1"/>
            <p:nvPr/>
          </p:nvSpPr>
          <p:spPr>
            <a:xfrm>
              <a:off x="3005329" y="2338823"/>
              <a:ext cx="298704" cy="783888"/>
            </a:xfrm>
            <a:prstGeom prst="rect">
              <a:avLst/>
            </a:prstGeom>
            <a:noFill/>
          </p:spPr>
          <p:txBody>
            <a:bodyPr wrap="square" rtlCol="0">
              <a:spAutoFit/>
            </a:bodyPr>
            <a:lstStyle/>
            <a:p>
              <a:r>
                <a:rPr lang="en-US" b="1" noProof="0" dirty="0">
                  <a:solidFill>
                    <a:srgbClr val="C38D94"/>
                  </a:solidFill>
                </a:rPr>
                <a:t>3</a:t>
              </a:r>
            </a:p>
          </p:txBody>
        </p:sp>
      </p:grpSp>
      <p:grpSp>
        <p:nvGrpSpPr>
          <p:cNvPr id="34" name="Group 33">
            <a:extLst>
              <a:ext uri="{FF2B5EF4-FFF2-40B4-BE49-F238E27FC236}">
                <a16:creationId xmlns:a16="http://schemas.microsoft.com/office/drawing/2014/main" id="{52EA6E80-CFC0-737F-8761-303D1D2282E5}"/>
              </a:ext>
            </a:extLst>
          </p:cNvPr>
          <p:cNvGrpSpPr/>
          <p:nvPr/>
        </p:nvGrpSpPr>
        <p:grpSpPr>
          <a:xfrm>
            <a:off x="438358" y="5047760"/>
            <a:ext cx="3524042" cy="1170160"/>
            <a:chOff x="396241" y="2338823"/>
            <a:chExt cx="2907792" cy="786384"/>
          </a:xfrm>
        </p:grpSpPr>
        <p:sp>
          <p:nvSpPr>
            <p:cNvPr id="35" name="Rectangle 34">
              <a:extLst>
                <a:ext uri="{FF2B5EF4-FFF2-40B4-BE49-F238E27FC236}">
                  <a16:creationId xmlns:a16="http://schemas.microsoft.com/office/drawing/2014/main" id="{F9FBF963-295E-71B8-64F9-3C63D99C6DBD}"/>
                </a:ext>
              </a:extLst>
            </p:cNvPr>
            <p:cNvSpPr/>
            <p:nvPr/>
          </p:nvSpPr>
          <p:spPr>
            <a:xfrm>
              <a:off x="396241" y="2338823"/>
              <a:ext cx="2609088" cy="786384"/>
            </a:xfrm>
            <a:prstGeom prst="rect">
              <a:avLst/>
            </a:prstGeom>
            <a:noFill/>
            <a:ln w="19050">
              <a:solidFill>
                <a:srgbClr val="C38D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TextBox 35">
              <a:extLst>
                <a:ext uri="{FF2B5EF4-FFF2-40B4-BE49-F238E27FC236}">
                  <a16:creationId xmlns:a16="http://schemas.microsoft.com/office/drawing/2014/main" id="{EEBCDEA3-B27A-CF33-7ADD-75FEB098962E}"/>
                </a:ext>
              </a:extLst>
            </p:cNvPr>
            <p:cNvSpPr txBox="1"/>
            <p:nvPr/>
          </p:nvSpPr>
          <p:spPr>
            <a:xfrm>
              <a:off x="3005329" y="2599686"/>
              <a:ext cx="298704" cy="248203"/>
            </a:xfrm>
            <a:prstGeom prst="rect">
              <a:avLst/>
            </a:prstGeom>
            <a:noFill/>
          </p:spPr>
          <p:txBody>
            <a:bodyPr wrap="square" rtlCol="0">
              <a:spAutoFit/>
            </a:bodyPr>
            <a:lstStyle/>
            <a:p>
              <a:r>
                <a:rPr lang="en-US" b="1" noProof="0" dirty="0">
                  <a:solidFill>
                    <a:srgbClr val="C38D94"/>
                  </a:solidFill>
                </a:rPr>
                <a:t>4</a:t>
              </a:r>
            </a:p>
          </p:txBody>
        </p:sp>
      </p:grpSp>
    </p:spTree>
    <p:extLst>
      <p:ext uri="{BB962C8B-B14F-4D97-AF65-F5344CB8AC3E}">
        <p14:creationId xmlns:p14="http://schemas.microsoft.com/office/powerpoint/2010/main" val="6266294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B4F54-924E-37BA-3410-83DF2EFF767E}"/>
              </a:ext>
            </a:extLst>
          </p:cNvPr>
          <p:cNvSpPr>
            <a:spLocks noGrp="1"/>
          </p:cNvSpPr>
          <p:nvPr>
            <p:ph type="title"/>
          </p:nvPr>
        </p:nvSpPr>
        <p:spPr/>
        <p:txBody>
          <a:bodyPr/>
          <a:lstStyle/>
          <a:p>
            <a:r>
              <a:rPr lang="en-US" noProof="0" dirty="0"/>
              <a:t>Operationalizing GSA in </a:t>
            </a:r>
            <a:r>
              <a:rPr lang="en-US" noProof="0" dirty="0" err="1"/>
              <a:t>CVXLab</a:t>
            </a:r>
            <a:endParaRPr lang="en-US" noProof="0" dirty="0"/>
          </a:p>
        </p:txBody>
      </p:sp>
      <p:sp>
        <p:nvSpPr>
          <p:cNvPr id="4" name="Date Placeholder 3">
            <a:extLst>
              <a:ext uri="{FF2B5EF4-FFF2-40B4-BE49-F238E27FC236}">
                <a16:creationId xmlns:a16="http://schemas.microsoft.com/office/drawing/2014/main" id="{650A01D3-5FB1-78E4-533F-584151ED6690}"/>
              </a:ext>
            </a:extLst>
          </p:cNvPr>
          <p:cNvSpPr>
            <a:spLocks noGrp="1"/>
          </p:cNvSpPr>
          <p:nvPr>
            <p:ph type="dt" sz="half" idx="14"/>
          </p:nvPr>
        </p:nvSpPr>
        <p:spPr/>
        <p:txBody>
          <a:bodyPr/>
          <a:lstStyle/>
          <a:p>
            <a:r>
              <a:rPr lang="en-US" noProof="0" dirty="0"/>
              <a:t>POLITECNICO DI MILANO</a:t>
            </a:r>
          </a:p>
        </p:txBody>
      </p:sp>
      <p:sp>
        <p:nvSpPr>
          <p:cNvPr id="5" name="Footer Placeholder 4">
            <a:extLst>
              <a:ext uri="{FF2B5EF4-FFF2-40B4-BE49-F238E27FC236}">
                <a16:creationId xmlns:a16="http://schemas.microsoft.com/office/drawing/2014/main" id="{F30EE327-70D3-7882-05D0-5D9D375C1B64}"/>
              </a:ext>
            </a:extLst>
          </p:cNvPr>
          <p:cNvSpPr>
            <a:spLocks noGrp="1"/>
          </p:cNvSpPr>
          <p:nvPr>
            <p:ph type="ftr" sz="quarter" idx="15"/>
          </p:nvPr>
        </p:nvSpPr>
        <p:spPr/>
        <p:txBody>
          <a:bodyPr/>
          <a:lstStyle/>
          <a:p>
            <a:r>
              <a:rPr lang="en-US" noProof="0" dirty="0"/>
              <a:t>Department of Energy</a:t>
            </a:r>
          </a:p>
        </p:txBody>
      </p:sp>
      <p:sp>
        <p:nvSpPr>
          <p:cNvPr id="6" name="Slide Number Placeholder 5">
            <a:extLst>
              <a:ext uri="{FF2B5EF4-FFF2-40B4-BE49-F238E27FC236}">
                <a16:creationId xmlns:a16="http://schemas.microsoft.com/office/drawing/2014/main" id="{8458D0D7-66A0-331A-E7A1-B33EAB5F79DB}"/>
              </a:ext>
            </a:extLst>
          </p:cNvPr>
          <p:cNvSpPr>
            <a:spLocks noGrp="1"/>
          </p:cNvSpPr>
          <p:nvPr>
            <p:ph type="sldNum" sz="quarter" idx="16"/>
          </p:nvPr>
        </p:nvSpPr>
        <p:spPr/>
        <p:txBody>
          <a:bodyPr/>
          <a:lstStyle/>
          <a:p>
            <a:fld id="{3135EEA2-8D42-4D46-95A6-66E65FDC5EB1}" type="slidenum">
              <a:rPr lang="en-US" noProof="0" smtClean="0"/>
              <a:pPr/>
              <a:t>6</a:t>
            </a:fld>
            <a:endParaRPr lang="en-US" noProof="0" dirty="0"/>
          </a:p>
        </p:txBody>
      </p:sp>
      <p:sp>
        <p:nvSpPr>
          <p:cNvPr id="7" name="TextBox 6">
            <a:extLst>
              <a:ext uri="{FF2B5EF4-FFF2-40B4-BE49-F238E27FC236}">
                <a16:creationId xmlns:a16="http://schemas.microsoft.com/office/drawing/2014/main" id="{884DBD74-439F-49CB-CCD5-E8E13B56E0DB}"/>
              </a:ext>
            </a:extLst>
          </p:cNvPr>
          <p:cNvSpPr txBox="1"/>
          <p:nvPr/>
        </p:nvSpPr>
        <p:spPr>
          <a:xfrm>
            <a:off x="2982816" y="2398028"/>
            <a:ext cx="1427162" cy="338554"/>
          </a:xfrm>
          <a:prstGeom prst="rect">
            <a:avLst/>
          </a:prstGeom>
          <a:noFill/>
        </p:spPr>
        <p:txBody>
          <a:bodyPr wrap="square" rtlCol="0">
            <a:spAutoFit/>
          </a:bodyPr>
          <a:lstStyle/>
          <a:p>
            <a:r>
              <a:rPr lang="en-US" sz="800" b="1" noProof="0" dirty="0">
                <a:solidFill>
                  <a:schemeClr val="tx2"/>
                </a:solidFill>
              </a:rPr>
              <a:t>model</a:t>
            </a:r>
            <a:r>
              <a:rPr lang="en-US" sz="800" b="1" noProof="0" dirty="0">
                <a:solidFill>
                  <a:schemeClr val="tx2"/>
                </a:solidFill>
                <a:latin typeface="Agency FB" panose="020B0503020202020204" pitchFamily="34" charset="0"/>
              </a:rPr>
              <a:t>_</a:t>
            </a:r>
            <a:r>
              <a:rPr lang="en-US" sz="800" b="1" noProof="0" dirty="0">
                <a:solidFill>
                  <a:schemeClr val="tx2"/>
                </a:solidFill>
              </a:rPr>
              <a:t>settings.xlsx</a:t>
            </a:r>
          </a:p>
          <a:p>
            <a:r>
              <a:rPr lang="en-US" sz="800" noProof="0" dirty="0">
                <a:solidFill>
                  <a:schemeClr val="tx2"/>
                </a:solidFill>
              </a:rPr>
              <a:t>sheet: variables</a:t>
            </a:r>
          </a:p>
        </p:txBody>
      </p:sp>
      <p:cxnSp>
        <p:nvCxnSpPr>
          <p:cNvPr id="9" name="Straight Arrow Connector 8">
            <a:extLst>
              <a:ext uri="{FF2B5EF4-FFF2-40B4-BE49-F238E27FC236}">
                <a16:creationId xmlns:a16="http://schemas.microsoft.com/office/drawing/2014/main" id="{9BCB58BE-B5E7-1FF0-7F89-D0C1BE44B377}"/>
              </a:ext>
            </a:extLst>
          </p:cNvPr>
          <p:cNvCxnSpPr>
            <a:cxnSpLocks/>
            <a:stCxn id="7" idx="3"/>
          </p:cNvCxnSpPr>
          <p:nvPr/>
        </p:nvCxnSpPr>
        <p:spPr>
          <a:xfrm>
            <a:off x="4409978" y="2567305"/>
            <a:ext cx="628650" cy="0"/>
          </a:xfrm>
          <a:prstGeom prst="straightConnector1">
            <a:avLst/>
          </a:prstGeom>
          <a:ln w="19050">
            <a:solidFill>
              <a:srgbClr val="A7657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5BB6E72-477F-32A7-7A0D-C6969A545A6D}"/>
              </a:ext>
            </a:extLst>
          </p:cNvPr>
          <p:cNvSpPr txBox="1"/>
          <p:nvPr/>
        </p:nvSpPr>
        <p:spPr>
          <a:xfrm>
            <a:off x="5133623" y="2237069"/>
            <a:ext cx="6729918" cy="566374"/>
          </a:xfrm>
          <a:prstGeom prst="rect">
            <a:avLst/>
          </a:prstGeom>
          <a:noFill/>
        </p:spPr>
        <p:txBody>
          <a:bodyPr wrap="square" rtlCol="0">
            <a:spAutoFit/>
          </a:bodyPr>
          <a:lstStyle/>
          <a:p>
            <a:r>
              <a:rPr lang="en-US" sz="800" b="1" noProof="0" dirty="0">
                <a:solidFill>
                  <a:schemeClr val="tx2"/>
                </a:solidFill>
              </a:rPr>
              <a:t>To do: </a:t>
            </a:r>
            <a:r>
              <a:rPr lang="en-US" sz="800" noProof="0" dirty="0">
                <a:solidFill>
                  <a:schemeClr val="tx2"/>
                </a:solidFill>
              </a:rPr>
              <a:t>add 2 columns in sheet variables</a:t>
            </a:r>
          </a:p>
          <a:p>
            <a:pPr marL="171450" indent="-171450">
              <a:lnSpc>
                <a:spcPct val="150000"/>
              </a:lnSpc>
              <a:buFont typeface="Arial" panose="020B0604020202020204" pitchFamily="34" charset="0"/>
              <a:buChar char="•"/>
            </a:pPr>
            <a:r>
              <a:rPr lang="en-US" sz="800" noProof="0" dirty="0">
                <a:solidFill>
                  <a:schemeClr val="tx2"/>
                </a:solidFill>
              </a:rPr>
              <a:t>select </a:t>
            </a:r>
            <a:r>
              <a:rPr lang="en-US" sz="800" u="sng" noProof="0" dirty="0">
                <a:solidFill>
                  <a:schemeClr val="tx2"/>
                </a:solidFill>
              </a:rPr>
              <a:t>which</a:t>
            </a:r>
            <a:r>
              <a:rPr lang="en-US" sz="800" u="sng" dirty="0">
                <a:solidFill>
                  <a:schemeClr val="tx2"/>
                </a:solidFill>
              </a:rPr>
              <a:t> tables</a:t>
            </a:r>
            <a:r>
              <a:rPr lang="en-US" sz="800" u="sng" noProof="0" dirty="0">
                <a:solidFill>
                  <a:schemeClr val="tx2"/>
                </a:solidFill>
              </a:rPr>
              <a:t> are uncertain</a:t>
            </a:r>
            <a:r>
              <a:rPr lang="en-US" sz="800" noProof="0" dirty="0">
                <a:solidFill>
                  <a:schemeClr val="tx2"/>
                </a:solidFill>
              </a:rPr>
              <a:t>, column name</a:t>
            </a:r>
            <a:r>
              <a:rPr lang="en-US" sz="800" i="1" noProof="0" dirty="0">
                <a:solidFill>
                  <a:schemeClr val="tx2"/>
                </a:solidFill>
              </a:rPr>
              <a:t>: </a:t>
            </a:r>
            <a:r>
              <a:rPr lang="en-US" sz="800" i="1" noProof="0" dirty="0" err="1">
                <a:solidFill>
                  <a:schemeClr val="tx2"/>
                </a:solidFill>
              </a:rPr>
              <a:t>is</a:t>
            </a:r>
            <a:r>
              <a:rPr lang="en-US" sz="800" i="1" noProof="0" dirty="0" err="1">
                <a:solidFill>
                  <a:schemeClr val="tx2"/>
                </a:solidFill>
                <a:latin typeface="ADLaM Display" panose="02010000000000000000" pitchFamily="2" charset="0"/>
                <a:ea typeface="ADLaM Display" panose="02010000000000000000" pitchFamily="2" charset="0"/>
                <a:cs typeface="ADLaM Display" panose="02010000000000000000" pitchFamily="2" charset="0"/>
              </a:rPr>
              <a:t>_</a:t>
            </a:r>
            <a:r>
              <a:rPr lang="en-US" sz="800" i="1" noProof="0" dirty="0" err="1">
                <a:solidFill>
                  <a:schemeClr val="tx2"/>
                </a:solidFill>
              </a:rPr>
              <a:t>uncertain</a:t>
            </a:r>
            <a:r>
              <a:rPr lang="en-US" sz="800" noProof="0" dirty="0">
                <a:solidFill>
                  <a:schemeClr val="tx2"/>
                </a:solidFill>
              </a:rPr>
              <a:t>, value: </a:t>
            </a:r>
            <a:r>
              <a:rPr lang="en-US" sz="800" i="1" noProof="0" dirty="0">
                <a:solidFill>
                  <a:schemeClr val="tx2"/>
                </a:solidFill>
              </a:rPr>
              <a:t>uncertain coordinates</a:t>
            </a:r>
          </a:p>
          <a:p>
            <a:pPr marL="171450" indent="-171450">
              <a:lnSpc>
                <a:spcPct val="150000"/>
              </a:lnSpc>
              <a:buFont typeface="Arial" panose="020B0604020202020204" pitchFamily="34" charset="0"/>
              <a:buChar char="•"/>
            </a:pPr>
            <a:r>
              <a:rPr lang="en-US" sz="800" noProof="0" dirty="0">
                <a:solidFill>
                  <a:schemeClr val="tx2"/>
                </a:solidFill>
              </a:rPr>
              <a:t>select </a:t>
            </a:r>
            <a:r>
              <a:rPr lang="en-US" sz="800" u="sng" noProof="0" dirty="0">
                <a:solidFill>
                  <a:schemeClr val="tx2"/>
                </a:solidFill>
              </a:rPr>
              <a:t>which model outputs use for sensitivity measures computation</a:t>
            </a:r>
            <a:r>
              <a:rPr lang="en-US" sz="800" noProof="0" dirty="0">
                <a:solidFill>
                  <a:schemeClr val="tx2"/>
                </a:solidFill>
              </a:rPr>
              <a:t>, column name: </a:t>
            </a:r>
            <a:r>
              <a:rPr lang="en-US" sz="800" i="1" noProof="0" dirty="0" err="1">
                <a:solidFill>
                  <a:schemeClr val="tx2"/>
                </a:solidFill>
              </a:rPr>
              <a:t>GSA</a:t>
            </a:r>
            <a:r>
              <a:rPr lang="en-US" sz="800" i="1" noProof="0" dirty="0" err="1">
                <a:solidFill>
                  <a:schemeClr val="tx2"/>
                </a:solidFill>
                <a:latin typeface="ADLaM Display" panose="02010000000000000000" pitchFamily="2" charset="0"/>
                <a:ea typeface="ADLaM Display" panose="02010000000000000000" pitchFamily="2" charset="0"/>
                <a:cs typeface="ADLaM Display" panose="02010000000000000000" pitchFamily="2" charset="0"/>
              </a:rPr>
              <a:t>_</a:t>
            </a:r>
            <a:r>
              <a:rPr lang="en-US" sz="800" i="1" noProof="0" dirty="0" err="1">
                <a:solidFill>
                  <a:schemeClr val="tx2"/>
                </a:solidFill>
              </a:rPr>
              <a:t>measure</a:t>
            </a:r>
            <a:r>
              <a:rPr lang="en-US" sz="800" noProof="0" dirty="0">
                <a:solidFill>
                  <a:schemeClr val="tx2"/>
                </a:solidFill>
              </a:rPr>
              <a:t>, value: </a:t>
            </a:r>
            <a:r>
              <a:rPr lang="en-US" sz="800" i="1" noProof="0" dirty="0">
                <a:solidFill>
                  <a:schemeClr val="tx2"/>
                </a:solidFill>
              </a:rPr>
              <a:t>True/False</a:t>
            </a:r>
            <a:endParaRPr lang="en-US" sz="800" noProof="0" dirty="0">
              <a:solidFill>
                <a:schemeClr val="tx2"/>
              </a:solidFill>
            </a:endParaRPr>
          </a:p>
        </p:txBody>
      </p:sp>
      <p:sp>
        <p:nvSpPr>
          <p:cNvPr id="14" name="TextBox 13">
            <a:extLst>
              <a:ext uri="{FF2B5EF4-FFF2-40B4-BE49-F238E27FC236}">
                <a16:creationId xmlns:a16="http://schemas.microsoft.com/office/drawing/2014/main" id="{5A195447-D679-DBDC-9F55-C3BB847AE17B}"/>
              </a:ext>
            </a:extLst>
          </p:cNvPr>
          <p:cNvSpPr txBox="1"/>
          <p:nvPr/>
        </p:nvSpPr>
        <p:spPr>
          <a:xfrm>
            <a:off x="287338" y="3030436"/>
            <a:ext cx="2804778" cy="615553"/>
          </a:xfrm>
          <a:prstGeom prst="rect">
            <a:avLst/>
          </a:prstGeom>
          <a:solidFill>
            <a:schemeClr val="tx1"/>
          </a:solidFill>
        </p:spPr>
        <p:txBody>
          <a:bodyPr wrap="square">
            <a:spAutoFit/>
          </a:bodyP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00" b="0" i="0" u="none" strike="noStrike" kern="1200" cap="none" spc="0" normalizeH="0" baseline="0" noProof="0" dirty="0" err="1">
                <a:ln>
                  <a:noFill/>
                </a:ln>
                <a:solidFill>
                  <a:srgbClr val="AA93DD"/>
                </a:solidFill>
                <a:effectLst/>
                <a:uLnTx/>
                <a:uFillTx/>
                <a:latin typeface="Consolas" panose="020B0609020204030204" pitchFamily="49" charset="0"/>
                <a:ea typeface="+mn-ea"/>
                <a:cs typeface="+mn-cs"/>
              </a:rPr>
              <a:t>model</a:t>
            </a:r>
            <a:r>
              <a:rPr kumimoji="0" lang="en-US" sz="800" b="1" i="0" u="none" strike="noStrike" kern="1200" cap="none" spc="0" normalizeH="0" baseline="0" noProof="0" dirty="0" err="1">
                <a:ln>
                  <a:noFill/>
                </a:ln>
                <a:solidFill>
                  <a:srgbClr val="BBBBBB"/>
                </a:solidFill>
                <a:effectLst/>
                <a:uLnTx/>
                <a:uFillTx/>
                <a:latin typeface="Consolas" panose="020B0609020204030204" pitchFamily="49" charset="0"/>
                <a:ea typeface="+mn-ea"/>
                <a:cs typeface="+mn-cs"/>
              </a:rPr>
              <a:t>.</a:t>
            </a:r>
            <a:r>
              <a:rPr kumimoji="0" lang="en-US" sz="800" b="0" i="0" u="none" strike="noStrike" kern="1200" cap="none" spc="0" normalizeH="0" baseline="0" noProof="0" dirty="0" err="1">
                <a:ln>
                  <a:noFill/>
                </a:ln>
                <a:solidFill>
                  <a:srgbClr val="AFCBFF"/>
                </a:solidFill>
                <a:effectLst/>
                <a:uLnTx/>
                <a:uFillTx/>
                <a:latin typeface="Consolas" panose="020B0609020204030204" pitchFamily="49" charset="0"/>
                <a:ea typeface="+mn-ea"/>
                <a:cs typeface="+mn-cs"/>
              </a:rPr>
              <a:t>load_model_coordinates</a:t>
            </a:r>
            <a:r>
              <a:rPr kumimoji="0" lang="en-US" sz="800" b="0" i="0" u="none" strike="noStrike" kern="1200" cap="none" spc="0" normalizeH="0" baseline="0" noProof="0" dirty="0">
                <a:ln>
                  <a:noFill/>
                </a:ln>
                <a:solidFill>
                  <a:srgbClr val="DF65AC"/>
                </a:solidFill>
                <a:effectLst/>
                <a:uLnTx/>
                <a:uFillTx/>
                <a:latin typeface="Consolas" panose="020B0609020204030204" pitchFamily="49" charset="0"/>
                <a:ea typeface="+mn-ea"/>
                <a:cs typeface="+mn-cs"/>
              </a:rPr>
              <a:t>()</a:t>
            </a:r>
            <a:endParaRPr kumimoji="0" lang="en-US" sz="8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a:buNone/>
            </a:pPr>
            <a:endParaRPr lang="en-US" sz="800" b="0" dirty="0">
              <a:solidFill>
                <a:srgbClr val="AA93DD"/>
              </a:solidFill>
              <a:effectLst/>
              <a:latin typeface="Consolas" panose="020B0609020204030204" pitchFamily="49" charset="0"/>
            </a:endParaRPr>
          </a:p>
          <a:p>
            <a:pPr>
              <a:buNone/>
            </a:pPr>
            <a:r>
              <a:rPr lang="en-US" sz="800" b="0" dirty="0" err="1">
                <a:solidFill>
                  <a:srgbClr val="AA93DD"/>
                </a:solidFill>
                <a:effectLst/>
                <a:latin typeface="Consolas" panose="020B0609020204030204" pitchFamily="49" charset="0"/>
              </a:rPr>
              <a:t>model</a:t>
            </a:r>
            <a:r>
              <a:rPr lang="en-US" sz="800" b="1" dirty="0" err="1">
                <a:solidFill>
                  <a:srgbClr val="BBBBBB"/>
                </a:solidFill>
                <a:effectLst/>
                <a:latin typeface="Consolas" panose="020B0609020204030204" pitchFamily="49" charset="0"/>
              </a:rPr>
              <a:t>.</a:t>
            </a:r>
            <a:r>
              <a:rPr lang="en-US" sz="800" b="0" dirty="0" err="1">
                <a:solidFill>
                  <a:srgbClr val="AFCBFF"/>
                </a:solidFill>
                <a:effectLst/>
                <a:latin typeface="Consolas" panose="020B0609020204030204" pitchFamily="49" charset="0"/>
              </a:rPr>
              <a:t>initialize_blank_data_structure</a:t>
            </a:r>
            <a:r>
              <a:rPr lang="en-US" sz="800" b="0" dirty="0">
                <a:solidFill>
                  <a:srgbClr val="DF65AC"/>
                </a:solidFill>
                <a:effectLst/>
                <a:latin typeface="Consolas" panose="020B0609020204030204" pitchFamily="49" charset="0"/>
              </a:rPr>
              <a:t>(GSA=True)</a:t>
            </a:r>
          </a:p>
          <a:p>
            <a:pPr>
              <a:buNone/>
            </a:pPr>
            <a:endParaRPr lang="en-US" sz="800" b="0" dirty="0">
              <a:solidFill>
                <a:srgbClr val="BBBBBB"/>
              </a:solidFill>
              <a:effectLst/>
              <a:latin typeface="Consolas" panose="020B0609020204030204" pitchFamily="49" charset="0"/>
            </a:endParaRPr>
          </a:p>
        </p:txBody>
      </p:sp>
      <p:sp>
        <p:nvSpPr>
          <p:cNvPr id="16" name="TextBox 15">
            <a:extLst>
              <a:ext uri="{FF2B5EF4-FFF2-40B4-BE49-F238E27FC236}">
                <a16:creationId xmlns:a16="http://schemas.microsoft.com/office/drawing/2014/main" id="{427CB550-2AA1-521F-DE07-5335A8811B35}"/>
              </a:ext>
            </a:extLst>
          </p:cNvPr>
          <p:cNvSpPr txBox="1"/>
          <p:nvPr/>
        </p:nvSpPr>
        <p:spPr>
          <a:xfrm>
            <a:off x="246217" y="1741614"/>
            <a:ext cx="1890462" cy="1061829"/>
          </a:xfrm>
          <a:prstGeom prst="rect">
            <a:avLst/>
          </a:prstGeom>
          <a:solidFill>
            <a:schemeClr val="tx1"/>
          </a:solidFill>
        </p:spPr>
        <p:txBody>
          <a:bodyPr wrap="square">
            <a:spAutoFit/>
          </a:bodyPr>
          <a:lstStyle/>
          <a:p>
            <a:pPr>
              <a:buNone/>
            </a:pPr>
            <a:r>
              <a:rPr lang="en-US" sz="700" b="0" dirty="0">
                <a:solidFill>
                  <a:srgbClr val="AA93DD"/>
                </a:solidFill>
                <a:effectLst/>
                <a:latin typeface="Consolas" panose="020B0609020204030204" pitchFamily="49" charset="0"/>
              </a:rPr>
              <a:t>model </a:t>
            </a:r>
            <a:r>
              <a:rPr lang="en-US" sz="700" b="0" dirty="0">
                <a:solidFill>
                  <a:srgbClr val="BBBBBB"/>
                </a:solidFill>
                <a:effectLst/>
                <a:latin typeface="Consolas" panose="020B0609020204030204" pitchFamily="49" charset="0"/>
              </a:rPr>
              <a:t>=</a:t>
            </a:r>
            <a:r>
              <a:rPr lang="en-US" sz="700" b="0" dirty="0">
                <a:solidFill>
                  <a:srgbClr val="AA93DD"/>
                </a:solidFill>
                <a:effectLst/>
                <a:latin typeface="Consolas" panose="020B0609020204030204" pitchFamily="49" charset="0"/>
              </a:rPr>
              <a:t> </a:t>
            </a:r>
            <a:r>
              <a:rPr lang="en-US" sz="700" b="0" dirty="0" err="1">
                <a:solidFill>
                  <a:srgbClr val="AA93DD"/>
                </a:solidFill>
                <a:effectLst/>
                <a:latin typeface="Consolas" panose="020B0609020204030204" pitchFamily="49" charset="0"/>
              </a:rPr>
              <a:t>cl</a:t>
            </a:r>
            <a:r>
              <a:rPr lang="en-US" sz="700" b="1" dirty="0" err="1">
                <a:solidFill>
                  <a:srgbClr val="BBBBBB"/>
                </a:solidFill>
                <a:effectLst/>
                <a:latin typeface="Consolas" panose="020B0609020204030204" pitchFamily="49" charset="0"/>
              </a:rPr>
              <a:t>.</a:t>
            </a:r>
            <a:r>
              <a:rPr lang="en-US" sz="700" b="0" dirty="0" err="1">
                <a:solidFill>
                  <a:srgbClr val="AFCBFF"/>
                </a:solidFill>
                <a:effectLst/>
                <a:latin typeface="Consolas" panose="020B0609020204030204" pitchFamily="49" charset="0"/>
              </a:rPr>
              <a:t>Model</a:t>
            </a:r>
            <a:r>
              <a:rPr lang="en-US" sz="700" b="0" dirty="0">
                <a:solidFill>
                  <a:srgbClr val="DF65AC"/>
                </a:solidFill>
                <a:effectLst/>
                <a:latin typeface="Consolas" panose="020B0609020204030204" pitchFamily="49" charset="0"/>
              </a:rPr>
              <a:t>(</a:t>
            </a:r>
            <a:endParaRPr lang="en-US" sz="700" b="0" dirty="0">
              <a:solidFill>
                <a:srgbClr val="BBBBBB"/>
              </a:solidFill>
              <a:effectLst/>
              <a:latin typeface="Consolas" panose="020B0609020204030204" pitchFamily="49" charset="0"/>
            </a:endParaRPr>
          </a:p>
          <a:p>
            <a:pPr>
              <a:buNone/>
            </a:pPr>
            <a:r>
              <a:rPr lang="en-US" sz="700" b="0" dirty="0">
                <a:solidFill>
                  <a:srgbClr val="AA93DD"/>
                </a:solidFill>
                <a:effectLst/>
                <a:latin typeface="Consolas" panose="020B0609020204030204" pitchFamily="49" charset="0"/>
              </a:rPr>
              <a:t>    </a:t>
            </a:r>
            <a:r>
              <a:rPr lang="en-US" sz="700" b="0" dirty="0" err="1">
                <a:solidFill>
                  <a:srgbClr val="AFCBFF"/>
                </a:solidFill>
                <a:effectLst/>
                <a:latin typeface="Consolas" panose="020B0609020204030204" pitchFamily="49" charset="0"/>
              </a:rPr>
              <a:t>model_dir_name</a:t>
            </a:r>
            <a:r>
              <a:rPr lang="en-US" sz="700" b="0" dirty="0">
                <a:solidFill>
                  <a:srgbClr val="BBBBBB"/>
                </a:solidFill>
                <a:effectLst/>
                <a:latin typeface="Consolas" panose="020B0609020204030204" pitchFamily="49" charset="0"/>
              </a:rPr>
              <a:t>=</a:t>
            </a:r>
            <a:r>
              <a:rPr lang="en-US" sz="700" b="0" dirty="0" err="1">
                <a:solidFill>
                  <a:srgbClr val="AA93DD"/>
                </a:solidFill>
                <a:effectLst/>
                <a:latin typeface="Consolas" panose="020B0609020204030204" pitchFamily="49" charset="0"/>
              </a:rPr>
              <a:t>model_dir_name</a:t>
            </a:r>
            <a:r>
              <a:rPr lang="en-US" sz="700" b="1" dirty="0">
                <a:solidFill>
                  <a:srgbClr val="BBBBBB"/>
                </a:solidFill>
                <a:effectLst/>
                <a:latin typeface="Consolas" panose="020B0609020204030204" pitchFamily="49" charset="0"/>
              </a:rPr>
              <a:t>,</a:t>
            </a:r>
            <a:endParaRPr lang="en-US" sz="700" b="0" dirty="0">
              <a:solidFill>
                <a:srgbClr val="BBBBBB"/>
              </a:solidFill>
              <a:effectLst/>
              <a:latin typeface="Consolas" panose="020B0609020204030204" pitchFamily="49" charset="0"/>
            </a:endParaRPr>
          </a:p>
          <a:p>
            <a:pPr>
              <a:buNone/>
            </a:pPr>
            <a:r>
              <a:rPr lang="en-US" sz="700" b="0" dirty="0">
                <a:solidFill>
                  <a:srgbClr val="AA93DD"/>
                </a:solidFill>
                <a:effectLst/>
                <a:latin typeface="Consolas" panose="020B0609020204030204" pitchFamily="49" charset="0"/>
              </a:rPr>
              <a:t>    </a:t>
            </a:r>
            <a:r>
              <a:rPr lang="en-US" sz="700" b="0" dirty="0" err="1">
                <a:solidFill>
                  <a:srgbClr val="AFCBFF"/>
                </a:solidFill>
                <a:effectLst/>
                <a:latin typeface="Consolas" panose="020B0609020204030204" pitchFamily="49" charset="0"/>
              </a:rPr>
              <a:t>main_dir_path</a:t>
            </a:r>
            <a:r>
              <a:rPr lang="en-US" sz="700" b="0" dirty="0">
                <a:solidFill>
                  <a:srgbClr val="BBBBBB"/>
                </a:solidFill>
                <a:effectLst/>
                <a:latin typeface="Consolas" panose="020B0609020204030204" pitchFamily="49" charset="0"/>
              </a:rPr>
              <a:t>=</a:t>
            </a:r>
            <a:r>
              <a:rPr lang="en-US" sz="700" b="0" dirty="0" err="1">
                <a:solidFill>
                  <a:srgbClr val="AA93DD"/>
                </a:solidFill>
                <a:effectLst/>
                <a:latin typeface="Consolas" panose="020B0609020204030204" pitchFamily="49" charset="0"/>
              </a:rPr>
              <a:t>root_path</a:t>
            </a:r>
            <a:r>
              <a:rPr lang="en-US" sz="700" b="1" dirty="0">
                <a:solidFill>
                  <a:srgbClr val="BBBBBB"/>
                </a:solidFill>
                <a:effectLst/>
                <a:latin typeface="Consolas" panose="020B0609020204030204" pitchFamily="49" charset="0"/>
              </a:rPr>
              <a:t>,</a:t>
            </a:r>
            <a:endParaRPr lang="en-US" sz="700" b="0" dirty="0">
              <a:solidFill>
                <a:srgbClr val="BBBBBB"/>
              </a:solidFill>
              <a:effectLst/>
              <a:latin typeface="Consolas" panose="020B0609020204030204" pitchFamily="49" charset="0"/>
            </a:endParaRPr>
          </a:p>
          <a:p>
            <a:pPr>
              <a:buNone/>
            </a:pPr>
            <a:r>
              <a:rPr lang="en-US" sz="700" b="0" dirty="0">
                <a:solidFill>
                  <a:srgbClr val="AA93DD"/>
                </a:solidFill>
                <a:effectLst/>
                <a:latin typeface="Consolas" panose="020B0609020204030204" pitchFamily="49" charset="0"/>
              </a:rPr>
              <a:t>    </a:t>
            </a:r>
            <a:r>
              <a:rPr lang="en-US" sz="700" b="0" dirty="0" err="1">
                <a:solidFill>
                  <a:srgbClr val="AFCBFF"/>
                </a:solidFill>
                <a:effectLst/>
                <a:latin typeface="Consolas" panose="020B0609020204030204" pitchFamily="49" charset="0"/>
              </a:rPr>
              <a:t>log_level</a:t>
            </a:r>
            <a:r>
              <a:rPr lang="en-US" sz="700" b="0" dirty="0">
                <a:solidFill>
                  <a:srgbClr val="BBBBBB"/>
                </a:solidFill>
                <a:effectLst/>
                <a:latin typeface="Consolas" panose="020B0609020204030204" pitchFamily="49" charset="0"/>
              </a:rPr>
              <a:t>=</a:t>
            </a:r>
            <a:r>
              <a:rPr lang="en-US" sz="700" b="0" dirty="0">
                <a:solidFill>
                  <a:srgbClr val="DF65AC"/>
                </a:solidFill>
                <a:effectLst/>
                <a:latin typeface="Consolas" panose="020B0609020204030204" pitchFamily="49" charset="0"/>
              </a:rPr>
              <a:t>'</a:t>
            </a:r>
            <a:r>
              <a:rPr lang="en-US" sz="700" b="0" dirty="0">
                <a:solidFill>
                  <a:srgbClr val="E07DBA"/>
                </a:solidFill>
                <a:effectLst/>
                <a:latin typeface="Consolas" panose="020B0609020204030204" pitchFamily="49" charset="0"/>
              </a:rPr>
              <a:t>debug</a:t>
            </a:r>
            <a:r>
              <a:rPr lang="en-US" sz="700" b="0" dirty="0">
                <a:solidFill>
                  <a:srgbClr val="DF65AC"/>
                </a:solidFill>
                <a:effectLst/>
                <a:latin typeface="Consolas" panose="020B0609020204030204" pitchFamily="49" charset="0"/>
              </a:rPr>
              <a:t>'</a:t>
            </a:r>
            <a:r>
              <a:rPr lang="en-US" sz="700" b="1" dirty="0">
                <a:solidFill>
                  <a:srgbClr val="BBBBBB"/>
                </a:solidFill>
                <a:effectLst/>
                <a:latin typeface="Consolas" panose="020B0609020204030204" pitchFamily="49" charset="0"/>
              </a:rPr>
              <a:t>,</a:t>
            </a:r>
            <a:endParaRPr lang="en-US" sz="700" b="0" dirty="0">
              <a:solidFill>
                <a:srgbClr val="BBBBBB"/>
              </a:solidFill>
              <a:effectLst/>
              <a:latin typeface="Consolas" panose="020B0609020204030204" pitchFamily="49" charset="0"/>
            </a:endParaRPr>
          </a:p>
          <a:p>
            <a:pPr>
              <a:buNone/>
            </a:pPr>
            <a:r>
              <a:rPr lang="en-US" sz="700" b="0" dirty="0">
                <a:solidFill>
                  <a:srgbClr val="AA93DD"/>
                </a:solidFill>
                <a:effectLst/>
                <a:latin typeface="Consolas" panose="020B0609020204030204" pitchFamily="49" charset="0"/>
              </a:rPr>
              <a:t>    </a:t>
            </a:r>
            <a:r>
              <a:rPr lang="en-US" sz="700" b="0" dirty="0" err="1">
                <a:solidFill>
                  <a:srgbClr val="AFCBFF"/>
                </a:solidFill>
                <a:effectLst/>
                <a:latin typeface="Consolas" panose="020B0609020204030204" pitchFamily="49" charset="0"/>
              </a:rPr>
              <a:t>model_settings_from</a:t>
            </a:r>
            <a:r>
              <a:rPr lang="en-US" sz="700" b="0" dirty="0">
                <a:solidFill>
                  <a:srgbClr val="BBBBBB"/>
                </a:solidFill>
                <a:effectLst/>
                <a:latin typeface="Consolas" panose="020B0609020204030204" pitchFamily="49" charset="0"/>
              </a:rPr>
              <a:t>=</a:t>
            </a:r>
            <a:r>
              <a:rPr lang="en-US" sz="700" b="0" dirty="0">
                <a:solidFill>
                  <a:srgbClr val="DF65AC"/>
                </a:solidFill>
                <a:effectLst/>
                <a:latin typeface="Consolas" panose="020B0609020204030204" pitchFamily="49" charset="0"/>
              </a:rPr>
              <a:t>'</a:t>
            </a:r>
            <a:r>
              <a:rPr lang="en-US" sz="700" b="0" dirty="0">
                <a:solidFill>
                  <a:srgbClr val="E07DBA"/>
                </a:solidFill>
                <a:effectLst/>
                <a:latin typeface="Consolas" panose="020B0609020204030204" pitchFamily="49" charset="0"/>
              </a:rPr>
              <a:t>xlsx</a:t>
            </a:r>
            <a:r>
              <a:rPr lang="en-US" sz="700" b="0" dirty="0">
                <a:solidFill>
                  <a:srgbClr val="DF65AC"/>
                </a:solidFill>
                <a:effectLst/>
                <a:latin typeface="Consolas" panose="020B0609020204030204" pitchFamily="49" charset="0"/>
              </a:rPr>
              <a:t>'</a:t>
            </a:r>
            <a:r>
              <a:rPr lang="en-US" sz="700" b="1" dirty="0">
                <a:solidFill>
                  <a:srgbClr val="BBBBBB"/>
                </a:solidFill>
                <a:effectLst/>
                <a:latin typeface="Consolas" panose="020B0609020204030204" pitchFamily="49" charset="0"/>
              </a:rPr>
              <a:t>,</a:t>
            </a:r>
            <a:endParaRPr lang="en-US" sz="700" b="0" dirty="0">
              <a:solidFill>
                <a:srgbClr val="BBBBBB"/>
              </a:solidFill>
              <a:effectLst/>
              <a:latin typeface="Consolas" panose="020B0609020204030204" pitchFamily="49" charset="0"/>
            </a:endParaRPr>
          </a:p>
          <a:p>
            <a:pPr>
              <a:buNone/>
            </a:pPr>
            <a:r>
              <a:rPr lang="en-US" sz="700" b="0" dirty="0">
                <a:solidFill>
                  <a:srgbClr val="AA93DD"/>
                </a:solidFill>
                <a:effectLst/>
                <a:latin typeface="Consolas" panose="020B0609020204030204" pitchFamily="49" charset="0"/>
              </a:rPr>
              <a:t>    </a:t>
            </a:r>
            <a:r>
              <a:rPr lang="en-US" sz="700" b="0" dirty="0" err="1">
                <a:solidFill>
                  <a:srgbClr val="AFCBFF"/>
                </a:solidFill>
                <a:effectLst/>
                <a:latin typeface="Consolas" panose="020B0609020204030204" pitchFamily="49" charset="0"/>
              </a:rPr>
              <a:t>multiple_input_files</a:t>
            </a:r>
            <a:r>
              <a:rPr lang="en-US" sz="700" b="0" dirty="0">
                <a:solidFill>
                  <a:srgbClr val="BBBBBB"/>
                </a:solidFill>
                <a:effectLst/>
                <a:latin typeface="Consolas" panose="020B0609020204030204" pitchFamily="49" charset="0"/>
              </a:rPr>
              <a:t>=</a:t>
            </a:r>
            <a:r>
              <a:rPr lang="en-US" sz="700" b="0" dirty="0">
                <a:solidFill>
                  <a:srgbClr val="DF65AC"/>
                </a:solidFill>
                <a:effectLst/>
                <a:latin typeface="Consolas" panose="020B0609020204030204" pitchFamily="49" charset="0"/>
              </a:rPr>
              <a:t>True</a:t>
            </a:r>
            <a:r>
              <a:rPr lang="en-US" sz="700" b="1" dirty="0">
                <a:solidFill>
                  <a:srgbClr val="BBBBBB"/>
                </a:solidFill>
                <a:effectLst/>
                <a:latin typeface="Consolas" panose="020B0609020204030204" pitchFamily="49" charset="0"/>
              </a:rPr>
              <a:t>,</a:t>
            </a:r>
            <a:endParaRPr lang="en-US" sz="700" b="0" dirty="0">
              <a:solidFill>
                <a:srgbClr val="BBBBBB"/>
              </a:solidFill>
              <a:effectLst/>
              <a:latin typeface="Consolas" panose="020B0609020204030204" pitchFamily="49" charset="0"/>
            </a:endParaRPr>
          </a:p>
          <a:p>
            <a:pPr>
              <a:buNone/>
            </a:pPr>
            <a:r>
              <a:rPr lang="en-US" sz="700" b="0" dirty="0">
                <a:solidFill>
                  <a:srgbClr val="AA93DD"/>
                </a:solidFill>
                <a:effectLst/>
                <a:latin typeface="Consolas" panose="020B0609020204030204" pitchFamily="49" charset="0"/>
              </a:rPr>
              <a:t>    </a:t>
            </a:r>
            <a:r>
              <a:rPr lang="en-US" sz="700" b="0" dirty="0" err="1">
                <a:solidFill>
                  <a:srgbClr val="AFCBFF"/>
                </a:solidFill>
                <a:effectLst/>
                <a:latin typeface="Consolas" panose="020B0609020204030204" pitchFamily="49" charset="0"/>
              </a:rPr>
              <a:t>use_existing_data</a:t>
            </a:r>
            <a:r>
              <a:rPr lang="en-US" sz="700" b="0" dirty="0">
                <a:solidFill>
                  <a:srgbClr val="BBBBBB"/>
                </a:solidFill>
                <a:effectLst/>
                <a:latin typeface="Consolas" panose="020B0609020204030204" pitchFamily="49" charset="0"/>
              </a:rPr>
              <a:t>=</a:t>
            </a:r>
            <a:r>
              <a:rPr lang="en-US" sz="700" b="0" dirty="0">
                <a:solidFill>
                  <a:srgbClr val="DF65AC"/>
                </a:solidFill>
                <a:effectLst/>
                <a:latin typeface="Consolas" panose="020B0609020204030204" pitchFamily="49" charset="0"/>
              </a:rPr>
              <a:t>False</a:t>
            </a:r>
            <a:r>
              <a:rPr lang="en-US" sz="700" b="1" dirty="0">
                <a:solidFill>
                  <a:srgbClr val="BBBBBB"/>
                </a:solidFill>
                <a:effectLst/>
                <a:latin typeface="Consolas" panose="020B0609020204030204" pitchFamily="49" charset="0"/>
              </a:rPr>
              <a:t>,</a:t>
            </a:r>
            <a:endParaRPr lang="en-US" sz="700" b="0" dirty="0">
              <a:solidFill>
                <a:srgbClr val="BBBBBB"/>
              </a:solidFill>
              <a:effectLst/>
              <a:latin typeface="Consolas" panose="020B0609020204030204" pitchFamily="49" charset="0"/>
            </a:endParaRPr>
          </a:p>
          <a:p>
            <a:pPr>
              <a:buNone/>
            </a:pPr>
            <a:r>
              <a:rPr lang="en-US" sz="700" b="0" dirty="0">
                <a:solidFill>
                  <a:srgbClr val="AA93DD"/>
                </a:solidFill>
                <a:effectLst/>
                <a:latin typeface="Consolas" panose="020B0609020204030204" pitchFamily="49" charset="0"/>
              </a:rPr>
              <a:t>    </a:t>
            </a:r>
            <a:r>
              <a:rPr lang="en-US" sz="700" b="0" dirty="0" err="1">
                <a:solidFill>
                  <a:srgbClr val="AFCBFF"/>
                </a:solidFill>
                <a:effectLst/>
                <a:latin typeface="Consolas" panose="020B0609020204030204" pitchFamily="49" charset="0"/>
              </a:rPr>
              <a:t>detailed_validation</a:t>
            </a:r>
            <a:r>
              <a:rPr lang="en-US" sz="700" b="0" dirty="0">
                <a:solidFill>
                  <a:srgbClr val="BBBBBB"/>
                </a:solidFill>
                <a:effectLst/>
                <a:latin typeface="Consolas" panose="020B0609020204030204" pitchFamily="49" charset="0"/>
              </a:rPr>
              <a:t>=</a:t>
            </a:r>
            <a:r>
              <a:rPr lang="en-US" sz="700" b="0" dirty="0">
                <a:solidFill>
                  <a:srgbClr val="DF65AC"/>
                </a:solidFill>
                <a:effectLst/>
                <a:latin typeface="Consolas" panose="020B0609020204030204" pitchFamily="49" charset="0"/>
              </a:rPr>
              <a:t>True</a:t>
            </a:r>
            <a:r>
              <a:rPr lang="en-US" sz="700" b="1" dirty="0">
                <a:solidFill>
                  <a:srgbClr val="BBBBBB"/>
                </a:solidFill>
                <a:effectLst/>
                <a:latin typeface="Consolas" panose="020B0609020204030204" pitchFamily="49" charset="0"/>
              </a:rPr>
              <a:t>,</a:t>
            </a:r>
            <a:endParaRPr lang="en-US" sz="700" b="0" dirty="0">
              <a:solidFill>
                <a:srgbClr val="BBBBBB"/>
              </a:solidFill>
              <a:effectLst/>
              <a:latin typeface="Consolas" panose="020B0609020204030204" pitchFamily="49" charset="0"/>
            </a:endParaRPr>
          </a:p>
          <a:p>
            <a:pPr>
              <a:buNone/>
            </a:pPr>
            <a:r>
              <a:rPr lang="en-US" sz="700" b="0" dirty="0">
                <a:solidFill>
                  <a:srgbClr val="DF65AC"/>
                </a:solidFill>
                <a:effectLst/>
                <a:latin typeface="Consolas" panose="020B0609020204030204" pitchFamily="49" charset="0"/>
              </a:rPr>
              <a:t>)</a:t>
            </a:r>
            <a:endParaRPr lang="en-US" sz="700" b="0" dirty="0">
              <a:solidFill>
                <a:srgbClr val="BBBBBB"/>
              </a:solidFill>
              <a:effectLst/>
              <a:latin typeface="Consolas" panose="020B0609020204030204" pitchFamily="49" charset="0"/>
            </a:endParaRPr>
          </a:p>
        </p:txBody>
      </p:sp>
      <p:cxnSp>
        <p:nvCxnSpPr>
          <p:cNvPr id="17" name="Straight Arrow Connector 16">
            <a:extLst>
              <a:ext uri="{FF2B5EF4-FFF2-40B4-BE49-F238E27FC236}">
                <a16:creationId xmlns:a16="http://schemas.microsoft.com/office/drawing/2014/main" id="{C9436829-7793-85F1-E2F1-9F86F82B4671}"/>
              </a:ext>
            </a:extLst>
          </p:cNvPr>
          <p:cNvCxnSpPr>
            <a:cxnSpLocks/>
            <a:endCxn id="7" idx="1"/>
          </p:cNvCxnSpPr>
          <p:nvPr/>
        </p:nvCxnSpPr>
        <p:spPr>
          <a:xfrm>
            <a:off x="2207110" y="2567305"/>
            <a:ext cx="775706" cy="0"/>
          </a:xfrm>
          <a:prstGeom prst="straightConnector1">
            <a:avLst/>
          </a:prstGeom>
          <a:ln w="19050">
            <a:solidFill>
              <a:srgbClr val="A7657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4F8415F-103A-944E-924A-51D4CA174778}"/>
              </a:ext>
            </a:extLst>
          </p:cNvPr>
          <p:cNvCxnSpPr>
            <a:cxnSpLocks/>
          </p:cNvCxnSpPr>
          <p:nvPr/>
        </p:nvCxnSpPr>
        <p:spPr>
          <a:xfrm>
            <a:off x="3216274" y="3441725"/>
            <a:ext cx="355965" cy="2191"/>
          </a:xfrm>
          <a:prstGeom prst="straightConnector1">
            <a:avLst/>
          </a:prstGeom>
          <a:ln w="19050">
            <a:solidFill>
              <a:srgbClr val="A7657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EF3FD573-1B96-B6E1-8BBC-A7A7C3B208DA}"/>
              </a:ext>
            </a:extLst>
          </p:cNvPr>
          <p:cNvCxnSpPr>
            <a:cxnSpLocks/>
          </p:cNvCxnSpPr>
          <p:nvPr/>
        </p:nvCxnSpPr>
        <p:spPr>
          <a:xfrm>
            <a:off x="2207110" y="2039852"/>
            <a:ext cx="775706" cy="0"/>
          </a:xfrm>
          <a:prstGeom prst="straightConnector1">
            <a:avLst/>
          </a:prstGeom>
          <a:ln w="19050">
            <a:solidFill>
              <a:srgbClr val="A7657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5FE24BA-7C38-BB2D-0A65-5ACD6465B8C2}"/>
              </a:ext>
            </a:extLst>
          </p:cNvPr>
          <p:cNvSpPr txBox="1"/>
          <p:nvPr/>
        </p:nvSpPr>
        <p:spPr>
          <a:xfrm>
            <a:off x="2982816" y="1917167"/>
            <a:ext cx="6729918" cy="215444"/>
          </a:xfrm>
          <a:prstGeom prst="rect">
            <a:avLst/>
          </a:prstGeom>
          <a:noFill/>
        </p:spPr>
        <p:txBody>
          <a:bodyPr wrap="square" rtlCol="0">
            <a:spAutoFit/>
          </a:bodyPr>
          <a:lstStyle/>
          <a:p>
            <a:r>
              <a:rPr lang="it-IT" sz="800" b="1" noProof="0" dirty="0">
                <a:solidFill>
                  <a:schemeClr val="tx2"/>
                </a:solidFill>
              </a:rPr>
              <a:t>To do: </a:t>
            </a:r>
            <a:r>
              <a:rPr lang="it-IT" sz="800" noProof="0" dirty="0" err="1">
                <a:solidFill>
                  <a:schemeClr val="tx2"/>
                </a:solidFill>
              </a:rPr>
              <a:t>add</a:t>
            </a:r>
            <a:r>
              <a:rPr lang="it-IT" sz="800" noProof="0" dirty="0">
                <a:solidFill>
                  <a:schemeClr val="tx2"/>
                </a:solidFill>
              </a:rPr>
              <a:t> a </a:t>
            </a:r>
            <a:r>
              <a:rPr lang="it-IT" sz="800" i="1" noProof="0" dirty="0">
                <a:solidFill>
                  <a:schemeClr val="tx2"/>
                </a:solidFill>
              </a:rPr>
              <a:t>GSA: True </a:t>
            </a:r>
            <a:r>
              <a:rPr lang="it-IT" sz="800" noProof="0" dirty="0">
                <a:solidFill>
                  <a:schemeClr val="tx2"/>
                </a:solidFill>
              </a:rPr>
              <a:t>option </a:t>
            </a:r>
            <a:r>
              <a:rPr lang="it-IT" sz="800" noProof="0" dirty="0" err="1">
                <a:solidFill>
                  <a:schemeClr val="tx2"/>
                </a:solidFill>
              </a:rPr>
              <a:t>that</a:t>
            </a:r>
            <a:r>
              <a:rPr lang="it-IT" sz="800" noProof="0" dirty="0">
                <a:solidFill>
                  <a:schemeClr val="tx2"/>
                </a:solidFill>
              </a:rPr>
              <a:t> </a:t>
            </a:r>
            <a:r>
              <a:rPr lang="it-IT" sz="800" noProof="0" dirty="0" err="1">
                <a:solidFill>
                  <a:schemeClr val="tx2"/>
                </a:solidFill>
              </a:rPr>
              <a:t>activates</a:t>
            </a:r>
            <a:r>
              <a:rPr lang="it-IT" sz="800" noProof="0" dirty="0">
                <a:solidFill>
                  <a:schemeClr val="tx2"/>
                </a:solidFill>
              </a:rPr>
              <a:t> the GSA features</a:t>
            </a:r>
            <a:endParaRPr lang="en-US" sz="800" noProof="0" dirty="0">
              <a:solidFill>
                <a:schemeClr val="tx2"/>
              </a:solidFill>
            </a:endParaRPr>
          </a:p>
        </p:txBody>
      </p:sp>
      <p:cxnSp>
        <p:nvCxnSpPr>
          <p:cNvPr id="83" name="Straight Arrow Connector 82">
            <a:extLst>
              <a:ext uri="{FF2B5EF4-FFF2-40B4-BE49-F238E27FC236}">
                <a16:creationId xmlns:a16="http://schemas.microsoft.com/office/drawing/2014/main" id="{D2074C55-BCAF-AA5F-51A9-EEAC0C163C19}"/>
              </a:ext>
            </a:extLst>
          </p:cNvPr>
          <p:cNvCxnSpPr>
            <a:cxnSpLocks/>
          </p:cNvCxnSpPr>
          <p:nvPr/>
        </p:nvCxnSpPr>
        <p:spPr>
          <a:xfrm flipV="1">
            <a:off x="8159587" y="1898408"/>
            <a:ext cx="0" cy="485547"/>
          </a:xfrm>
          <a:prstGeom prst="straightConnector1">
            <a:avLst/>
          </a:prstGeom>
          <a:ln w="19050">
            <a:solidFill>
              <a:srgbClr val="A7657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D1899525-45E0-71FA-1A93-EDCE539AF9F6}"/>
              </a:ext>
            </a:extLst>
          </p:cNvPr>
          <p:cNvSpPr txBox="1"/>
          <p:nvPr/>
        </p:nvSpPr>
        <p:spPr>
          <a:xfrm>
            <a:off x="8254583" y="1950297"/>
            <a:ext cx="2179128" cy="461665"/>
          </a:xfrm>
          <a:prstGeom prst="rect">
            <a:avLst/>
          </a:prstGeom>
          <a:noFill/>
        </p:spPr>
        <p:txBody>
          <a:bodyPr wrap="square" rtlCol="0">
            <a:spAutoFit/>
          </a:bodyPr>
          <a:lstStyle/>
          <a:p>
            <a:r>
              <a:rPr lang="it-IT" sz="800" dirty="0" err="1">
                <a:solidFill>
                  <a:schemeClr val="tx2"/>
                </a:solidFill>
              </a:rPr>
              <a:t>specify</a:t>
            </a:r>
            <a:r>
              <a:rPr lang="it-IT" sz="800" dirty="0">
                <a:solidFill>
                  <a:schemeClr val="tx2"/>
                </a:solidFill>
              </a:rPr>
              <a:t> </a:t>
            </a:r>
            <a:r>
              <a:rPr lang="it-IT" sz="800" dirty="0" err="1">
                <a:solidFill>
                  <a:schemeClr val="tx2"/>
                </a:solidFill>
              </a:rPr>
              <a:t>which</a:t>
            </a:r>
            <a:r>
              <a:rPr lang="it-IT" sz="800" dirty="0">
                <a:solidFill>
                  <a:schemeClr val="tx2"/>
                </a:solidFill>
              </a:rPr>
              <a:t> </a:t>
            </a:r>
            <a:r>
              <a:rPr lang="it-IT" sz="800" dirty="0" err="1">
                <a:solidFill>
                  <a:schemeClr val="tx2"/>
                </a:solidFill>
              </a:rPr>
              <a:t>coordinates</a:t>
            </a:r>
            <a:r>
              <a:rPr lang="it-IT" sz="800" dirty="0">
                <a:solidFill>
                  <a:schemeClr val="tx2"/>
                </a:solidFill>
              </a:rPr>
              <a:t> I </a:t>
            </a:r>
            <a:r>
              <a:rPr lang="it-IT" sz="800" dirty="0" err="1">
                <a:solidFill>
                  <a:schemeClr val="tx2"/>
                </a:solidFill>
              </a:rPr>
              <a:t>want</a:t>
            </a:r>
            <a:r>
              <a:rPr lang="it-IT" sz="800" dirty="0">
                <a:solidFill>
                  <a:schemeClr val="tx2"/>
                </a:solidFill>
              </a:rPr>
              <a:t> to </a:t>
            </a:r>
            <a:r>
              <a:rPr lang="it-IT" sz="800" dirty="0" err="1">
                <a:solidFill>
                  <a:schemeClr val="tx2"/>
                </a:solidFill>
              </a:rPr>
              <a:t>have</a:t>
            </a:r>
            <a:r>
              <a:rPr lang="it-IT" sz="800" dirty="0">
                <a:solidFill>
                  <a:schemeClr val="tx2"/>
                </a:solidFill>
              </a:rPr>
              <a:t> in </a:t>
            </a:r>
            <a:r>
              <a:rPr lang="it-IT" sz="800" dirty="0" err="1">
                <a:solidFill>
                  <a:schemeClr val="tx2"/>
                </a:solidFill>
              </a:rPr>
              <a:t>my</a:t>
            </a:r>
            <a:r>
              <a:rPr lang="it-IT" sz="800" dirty="0">
                <a:solidFill>
                  <a:schemeClr val="tx2"/>
                </a:solidFill>
              </a:rPr>
              <a:t> GSA </a:t>
            </a:r>
            <a:r>
              <a:rPr lang="it-IT" sz="800" dirty="0" err="1">
                <a:solidFill>
                  <a:schemeClr val="tx2"/>
                </a:solidFill>
              </a:rPr>
              <a:t>bound</a:t>
            </a:r>
            <a:r>
              <a:rPr lang="it-IT" sz="800" dirty="0">
                <a:solidFill>
                  <a:schemeClr val="tx2"/>
                </a:solidFill>
              </a:rPr>
              <a:t> inputs, </a:t>
            </a:r>
            <a:r>
              <a:rPr lang="it-IT" sz="800" dirty="0" err="1">
                <a:solidFill>
                  <a:schemeClr val="tx2"/>
                </a:solidFill>
              </a:rPr>
              <a:t>activates</a:t>
            </a:r>
            <a:r>
              <a:rPr lang="it-IT" sz="800" dirty="0">
                <a:solidFill>
                  <a:schemeClr val="tx2"/>
                </a:solidFill>
              </a:rPr>
              <a:t> </a:t>
            </a:r>
            <a:r>
              <a:rPr lang="it-IT" sz="800" dirty="0" err="1">
                <a:solidFill>
                  <a:schemeClr val="tx2"/>
                </a:solidFill>
              </a:rPr>
              <a:t>if</a:t>
            </a:r>
            <a:r>
              <a:rPr lang="it-IT" sz="800" dirty="0">
                <a:solidFill>
                  <a:schemeClr val="tx2"/>
                </a:solidFill>
              </a:rPr>
              <a:t> </a:t>
            </a:r>
            <a:r>
              <a:rPr lang="it-IT" sz="800" dirty="0" err="1">
                <a:solidFill>
                  <a:schemeClr val="tx2"/>
                </a:solidFill>
              </a:rPr>
              <a:t>not</a:t>
            </a:r>
            <a:r>
              <a:rPr lang="it-IT" sz="800" dirty="0">
                <a:solidFill>
                  <a:schemeClr val="tx2"/>
                </a:solidFill>
              </a:rPr>
              <a:t> </a:t>
            </a:r>
            <a:r>
              <a:rPr lang="it-IT" sz="800" dirty="0" err="1">
                <a:solidFill>
                  <a:schemeClr val="tx2"/>
                </a:solidFill>
              </a:rPr>
              <a:t>empty</a:t>
            </a:r>
            <a:endParaRPr lang="it-IT" sz="800" dirty="0">
              <a:solidFill>
                <a:schemeClr val="tx2"/>
              </a:solidFill>
            </a:endParaRPr>
          </a:p>
        </p:txBody>
      </p:sp>
      <p:grpSp>
        <p:nvGrpSpPr>
          <p:cNvPr id="122" name="Group 121">
            <a:extLst>
              <a:ext uri="{FF2B5EF4-FFF2-40B4-BE49-F238E27FC236}">
                <a16:creationId xmlns:a16="http://schemas.microsoft.com/office/drawing/2014/main" id="{7A5D7AE3-DE3F-BFEB-9A1B-FA71AD32C55F}"/>
              </a:ext>
            </a:extLst>
          </p:cNvPr>
          <p:cNvGrpSpPr/>
          <p:nvPr/>
        </p:nvGrpSpPr>
        <p:grpSpPr>
          <a:xfrm>
            <a:off x="2982816" y="1225983"/>
            <a:ext cx="6728269" cy="598393"/>
            <a:chOff x="5350004" y="661661"/>
            <a:chExt cx="6728269" cy="598393"/>
          </a:xfrm>
        </p:grpSpPr>
        <p:pic>
          <p:nvPicPr>
            <p:cNvPr id="82" name="Picture 81">
              <a:extLst>
                <a:ext uri="{FF2B5EF4-FFF2-40B4-BE49-F238E27FC236}">
                  <a16:creationId xmlns:a16="http://schemas.microsoft.com/office/drawing/2014/main" id="{2392C102-F5CA-D01B-1B38-F532DF201599}"/>
                </a:ext>
              </a:extLst>
            </p:cNvPr>
            <p:cNvPicPr>
              <a:picLocks noChangeAspect="1"/>
            </p:cNvPicPr>
            <p:nvPr/>
          </p:nvPicPr>
          <p:blipFill>
            <a:blip r:embed="rId2"/>
            <a:stretch>
              <a:fillRect/>
            </a:stretch>
          </p:blipFill>
          <p:spPr>
            <a:xfrm>
              <a:off x="5350004" y="661661"/>
              <a:ext cx="6728269" cy="598393"/>
            </a:xfrm>
            <a:prstGeom prst="rect">
              <a:avLst/>
            </a:prstGeom>
          </p:spPr>
        </p:pic>
        <p:sp>
          <p:nvSpPr>
            <p:cNvPr id="120" name="Rectangle 119">
              <a:extLst>
                <a:ext uri="{FF2B5EF4-FFF2-40B4-BE49-F238E27FC236}">
                  <a16:creationId xmlns:a16="http://schemas.microsoft.com/office/drawing/2014/main" id="{23DCB366-37E3-5448-075A-B490C81116B3}"/>
                </a:ext>
              </a:extLst>
            </p:cNvPr>
            <p:cNvSpPr/>
            <p:nvPr/>
          </p:nvSpPr>
          <p:spPr>
            <a:xfrm>
              <a:off x="9458325" y="854869"/>
              <a:ext cx="295530" cy="91420"/>
            </a:xfrm>
            <a:prstGeom prst="rect">
              <a:avLst/>
            </a:prstGeom>
            <a:solidFill>
              <a:srgbClr val="BDD7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D9BBE243-7273-85E1-2CC6-7C70A0A4DB5C}"/>
                </a:ext>
              </a:extLst>
            </p:cNvPr>
            <p:cNvSpPr/>
            <p:nvPr/>
          </p:nvSpPr>
          <p:spPr>
            <a:xfrm>
              <a:off x="9458325" y="997351"/>
              <a:ext cx="295530" cy="91420"/>
            </a:xfrm>
            <a:prstGeom prst="rect">
              <a:avLst/>
            </a:prstGeom>
            <a:solidFill>
              <a:srgbClr val="DDE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9" name="Picture 128">
            <a:extLst>
              <a:ext uri="{FF2B5EF4-FFF2-40B4-BE49-F238E27FC236}">
                <a16:creationId xmlns:a16="http://schemas.microsoft.com/office/drawing/2014/main" id="{2AB1A6D6-C4C0-C119-05BA-8CEAD2D2DE3B}"/>
              </a:ext>
            </a:extLst>
          </p:cNvPr>
          <p:cNvPicPr>
            <a:picLocks noChangeAspect="1"/>
          </p:cNvPicPr>
          <p:nvPr/>
        </p:nvPicPr>
        <p:blipFill>
          <a:blip r:embed="rId3"/>
          <a:stretch>
            <a:fillRect/>
          </a:stretch>
        </p:blipFill>
        <p:spPr>
          <a:xfrm>
            <a:off x="9711085" y="1202953"/>
            <a:ext cx="2087255" cy="465503"/>
          </a:xfrm>
          <a:prstGeom prst="rect">
            <a:avLst/>
          </a:prstGeom>
        </p:spPr>
      </p:pic>
      <p:sp>
        <p:nvSpPr>
          <p:cNvPr id="130" name="TextBox 129">
            <a:extLst>
              <a:ext uri="{FF2B5EF4-FFF2-40B4-BE49-F238E27FC236}">
                <a16:creationId xmlns:a16="http://schemas.microsoft.com/office/drawing/2014/main" id="{D39A1D29-CF7B-93FA-075B-B89B622DB799}"/>
              </a:ext>
            </a:extLst>
          </p:cNvPr>
          <p:cNvSpPr txBox="1"/>
          <p:nvPr/>
        </p:nvSpPr>
        <p:spPr>
          <a:xfrm>
            <a:off x="9654150" y="842728"/>
            <a:ext cx="2537850" cy="338554"/>
          </a:xfrm>
          <a:prstGeom prst="rect">
            <a:avLst/>
          </a:prstGeom>
          <a:noFill/>
        </p:spPr>
        <p:txBody>
          <a:bodyPr wrap="square" rtlCol="0">
            <a:spAutoFit/>
          </a:bodyPr>
          <a:lstStyle/>
          <a:p>
            <a:r>
              <a:rPr lang="it-IT" sz="800" dirty="0" err="1">
                <a:solidFill>
                  <a:schemeClr val="tx2"/>
                </a:solidFill>
              </a:rPr>
              <a:t>cut</a:t>
            </a:r>
            <a:r>
              <a:rPr lang="it-IT" sz="800" dirty="0">
                <a:solidFill>
                  <a:schemeClr val="tx2"/>
                </a:solidFill>
              </a:rPr>
              <a:t> the </a:t>
            </a:r>
            <a:r>
              <a:rPr lang="it-IT" sz="800" dirty="0" err="1">
                <a:solidFill>
                  <a:schemeClr val="tx2"/>
                </a:solidFill>
              </a:rPr>
              <a:t>variable</a:t>
            </a:r>
            <a:r>
              <a:rPr lang="it-IT" sz="800" dirty="0">
                <a:solidFill>
                  <a:schemeClr val="tx2"/>
                </a:solidFill>
              </a:rPr>
              <a:t> </a:t>
            </a:r>
            <a:r>
              <a:rPr lang="it-IT" sz="800" dirty="0" err="1">
                <a:solidFill>
                  <a:schemeClr val="tx2"/>
                </a:solidFill>
              </a:rPr>
              <a:t>as</a:t>
            </a:r>
            <a:r>
              <a:rPr lang="it-IT" sz="800" dirty="0">
                <a:solidFill>
                  <a:schemeClr val="tx2"/>
                </a:solidFill>
              </a:rPr>
              <a:t> </a:t>
            </a:r>
            <a:r>
              <a:rPr lang="it-IT" sz="800" dirty="0" err="1">
                <a:solidFill>
                  <a:schemeClr val="tx2"/>
                </a:solidFill>
              </a:rPr>
              <a:t>needed</a:t>
            </a:r>
            <a:r>
              <a:rPr lang="it-IT" sz="800" dirty="0">
                <a:solidFill>
                  <a:schemeClr val="tx2"/>
                </a:solidFill>
              </a:rPr>
              <a:t>, </a:t>
            </a:r>
            <a:r>
              <a:rPr lang="it-IT" sz="800" dirty="0" err="1">
                <a:solidFill>
                  <a:schemeClr val="tx2"/>
                </a:solidFill>
              </a:rPr>
              <a:t>i.e</a:t>
            </a:r>
            <a:r>
              <a:rPr lang="it-IT" sz="800" dirty="0">
                <a:solidFill>
                  <a:schemeClr val="tx2"/>
                </a:solidFill>
              </a:rPr>
              <a:t> </a:t>
            </a:r>
            <a:r>
              <a:rPr lang="it-IT" sz="800" dirty="0" err="1">
                <a:solidFill>
                  <a:schemeClr val="tx2"/>
                </a:solidFill>
              </a:rPr>
              <a:t>only</a:t>
            </a:r>
            <a:r>
              <a:rPr lang="it-IT" sz="800" dirty="0">
                <a:solidFill>
                  <a:schemeClr val="tx2"/>
                </a:solidFill>
              </a:rPr>
              <a:t> in model </a:t>
            </a:r>
            <a:r>
              <a:rPr lang="it-IT" sz="800" dirty="0" err="1">
                <a:solidFill>
                  <a:schemeClr val="tx2"/>
                </a:solidFill>
              </a:rPr>
              <a:t>years</a:t>
            </a:r>
            <a:r>
              <a:rPr lang="it-IT" sz="800" dirty="0">
                <a:solidFill>
                  <a:schemeClr val="tx2"/>
                </a:solidFill>
              </a:rPr>
              <a:t> (25-50) the </a:t>
            </a:r>
            <a:r>
              <a:rPr lang="it-IT" sz="800" dirty="0" err="1">
                <a:solidFill>
                  <a:schemeClr val="tx2"/>
                </a:solidFill>
              </a:rPr>
              <a:t>variable</a:t>
            </a:r>
            <a:r>
              <a:rPr lang="it-IT" sz="800" dirty="0">
                <a:solidFill>
                  <a:schemeClr val="tx2"/>
                </a:solidFill>
              </a:rPr>
              <a:t> </a:t>
            </a:r>
            <a:r>
              <a:rPr lang="it-IT" sz="800" dirty="0" err="1">
                <a:solidFill>
                  <a:schemeClr val="tx2"/>
                </a:solidFill>
              </a:rPr>
              <a:t>is</a:t>
            </a:r>
            <a:r>
              <a:rPr lang="it-IT" sz="800" dirty="0">
                <a:solidFill>
                  <a:schemeClr val="tx2"/>
                </a:solidFill>
              </a:rPr>
              <a:t> </a:t>
            </a:r>
            <a:r>
              <a:rPr lang="it-IT" sz="800" dirty="0" err="1">
                <a:solidFill>
                  <a:schemeClr val="tx2"/>
                </a:solidFill>
              </a:rPr>
              <a:t>uncertain</a:t>
            </a:r>
            <a:endParaRPr lang="en-US" sz="800" dirty="0">
              <a:solidFill>
                <a:schemeClr val="tx2"/>
              </a:solidFill>
            </a:endParaRPr>
          </a:p>
        </p:txBody>
      </p:sp>
      <p:pic>
        <p:nvPicPr>
          <p:cNvPr id="132" name="Picture 131">
            <a:extLst>
              <a:ext uri="{FF2B5EF4-FFF2-40B4-BE49-F238E27FC236}">
                <a16:creationId xmlns:a16="http://schemas.microsoft.com/office/drawing/2014/main" id="{760B3991-8870-BF43-5506-36B1D9E3761A}"/>
              </a:ext>
            </a:extLst>
          </p:cNvPr>
          <p:cNvPicPr>
            <a:picLocks noChangeAspect="1"/>
          </p:cNvPicPr>
          <p:nvPr/>
        </p:nvPicPr>
        <p:blipFill>
          <a:blip r:embed="rId4"/>
          <a:stretch>
            <a:fillRect/>
          </a:stretch>
        </p:blipFill>
        <p:spPr>
          <a:xfrm>
            <a:off x="8159587" y="763814"/>
            <a:ext cx="409940" cy="409940"/>
          </a:xfrm>
          <a:prstGeom prst="rect">
            <a:avLst/>
          </a:prstGeom>
        </p:spPr>
      </p:pic>
      <p:pic>
        <p:nvPicPr>
          <p:cNvPr id="133" name="Picture 132">
            <a:extLst>
              <a:ext uri="{FF2B5EF4-FFF2-40B4-BE49-F238E27FC236}">
                <a16:creationId xmlns:a16="http://schemas.microsoft.com/office/drawing/2014/main" id="{7422FB58-D117-DB61-17D4-142A525652B4}"/>
              </a:ext>
            </a:extLst>
          </p:cNvPr>
          <p:cNvPicPr>
            <a:picLocks noChangeAspect="1"/>
          </p:cNvPicPr>
          <p:nvPr/>
        </p:nvPicPr>
        <p:blipFill>
          <a:blip r:embed="rId4"/>
          <a:stretch>
            <a:fillRect/>
          </a:stretch>
        </p:blipFill>
        <p:spPr>
          <a:xfrm>
            <a:off x="41247" y="3474369"/>
            <a:ext cx="409940" cy="409940"/>
          </a:xfrm>
          <a:prstGeom prst="rect">
            <a:avLst/>
          </a:prstGeom>
        </p:spPr>
      </p:pic>
      <p:pic>
        <p:nvPicPr>
          <p:cNvPr id="15" name="Picture 14">
            <a:extLst>
              <a:ext uri="{FF2B5EF4-FFF2-40B4-BE49-F238E27FC236}">
                <a16:creationId xmlns:a16="http://schemas.microsoft.com/office/drawing/2014/main" id="{28115355-2300-B5AE-72C9-6A89BD015902}"/>
              </a:ext>
            </a:extLst>
          </p:cNvPr>
          <p:cNvPicPr>
            <a:picLocks noChangeAspect="1"/>
          </p:cNvPicPr>
          <p:nvPr/>
        </p:nvPicPr>
        <p:blipFill>
          <a:blip r:embed="rId5"/>
          <a:stretch>
            <a:fillRect/>
          </a:stretch>
        </p:blipFill>
        <p:spPr>
          <a:xfrm>
            <a:off x="4079106" y="2952568"/>
            <a:ext cx="6187440" cy="929640"/>
          </a:xfrm>
          <a:prstGeom prst="rect">
            <a:avLst/>
          </a:prstGeom>
        </p:spPr>
      </p:pic>
      <p:sp>
        <p:nvSpPr>
          <p:cNvPr id="3" name="TextBox 2">
            <a:extLst>
              <a:ext uri="{FF2B5EF4-FFF2-40B4-BE49-F238E27FC236}">
                <a16:creationId xmlns:a16="http://schemas.microsoft.com/office/drawing/2014/main" id="{1976B92D-B85D-26B3-DE49-C32964CD045D}"/>
              </a:ext>
            </a:extLst>
          </p:cNvPr>
          <p:cNvSpPr txBox="1"/>
          <p:nvPr/>
        </p:nvSpPr>
        <p:spPr>
          <a:xfrm>
            <a:off x="1484120" y="4702165"/>
            <a:ext cx="10076347" cy="1384995"/>
          </a:xfrm>
          <a:prstGeom prst="rect">
            <a:avLst/>
          </a:prstGeom>
          <a:noFill/>
        </p:spPr>
        <p:txBody>
          <a:bodyPr wrap="square" rtlCol="0">
            <a:spAutoFit/>
          </a:bodyPr>
          <a:lstStyle/>
          <a:p>
            <a:r>
              <a:rPr lang="it-IT" sz="1400" dirty="0">
                <a:latin typeface="Arial" panose="020B0604020202020204" pitchFamily="34" charset="0"/>
                <a:cs typeface="Arial" panose="020B0604020202020204" pitchFamily="34" charset="0"/>
              </a:rPr>
              <a:t>l'idea sarebbe creare una nuova classe dentro Core che Class: </a:t>
            </a:r>
            <a:r>
              <a:rPr lang="it-IT" sz="1400" dirty="0" err="1">
                <a:latin typeface="Arial" panose="020B0604020202020204" pitchFamily="34" charset="0"/>
                <a:cs typeface="Arial" panose="020B0604020202020204" pitchFamily="34" charset="0"/>
              </a:rPr>
              <a:t>Uncertainty_manager</a:t>
            </a:r>
            <a:r>
              <a:rPr lang="it-IT" sz="1400" dirty="0">
                <a:latin typeface="Arial" panose="020B0604020202020204" pitchFamily="34" charset="0"/>
                <a:cs typeface="Arial" panose="020B0604020202020204" pitchFamily="34" charset="0"/>
              </a:rPr>
              <a:t> che si occupa di gestire tutte le task in </a:t>
            </a:r>
            <a:r>
              <a:rPr lang="it-IT" sz="1400" dirty="0" err="1">
                <a:latin typeface="Arial" panose="020B0604020202020204" pitchFamily="34" charset="0"/>
                <a:cs typeface="Arial" panose="020B0604020202020204" pitchFamily="34" charset="0"/>
              </a:rPr>
              <a:t>piu</a:t>
            </a:r>
            <a:r>
              <a:rPr lang="it-IT" sz="1400" dirty="0">
                <a:latin typeface="Arial" panose="020B0604020202020204" pitchFamily="34" charset="0"/>
                <a:cs typeface="Arial" panose="020B0604020202020204" pitchFamily="34" charset="0"/>
              </a:rPr>
              <a:t> che ci sono in </a:t>
            </a:r>
            <a:r>
              <a:rPr lang="it-IT" sz="1400" dirty="0" err="1">
                <a:latin typeface="Arial" panose="020B0604020202020204" pitchFamily="34" charset="0"/>
                <a:cs typeface="Arial" panose="020B0604020202020204" pitchFamily="34" charset="0"/>
              </a:rPr>
              <a:t>piu</a:t>
            </a:r>
            <a:r>
              <a:rPr lang="it-IT" sz="1400" dirty="0">
                <a:latin typeface="Arial" panose="020B0604020202020204" pitchFamily="34" charset="0"/>
                <a:cs typeface="Arial" panose="020B0604020202020204" pitchFamily="34" charset="0"/>
              </a:rPr>
              <a:t> nel caso in cui rispetto ad un modello normale voglio fare una GSA le altre classi dentro core dovrebbero essere toccate il meno possibile, </a:t>
            </a:r>
            <a:r>
              <a:rPr lang="it-IT" sz="1400" dirty="0" err="1">
                <a:latin typeface="Arial" panose="020B0604020202020204" pitchFamily="34" charset="0"/>
                <a:cs typeface="Arial" panose="020B0604020202020204" pitchFamily="34" charset="0"/>
              </a:rPr>
              <a:t>bisognrebbe</a:t>
            </a:r>
            <a:r>
              <a:rPr lang="it-IT" sz="1400" dirty="0">
                <a:latin typeface="Arial" panose="020B0604020202020204" pitchFamily="34" charset="0"/>
                <a:cs typeface="Arial" panose="020B0604020202020204" pitchFamily="34" charset="0"/>
              </a:rPr>
              <a:t> usare i metodi e lo stesso </a:t>
            </a:r>
            <a:r>
              <a:rPr lang="it-IT" sz="1400" dirty="0" err="1">
                <a:latin typeface="Arial" panose="020B0604020202020204" pitchFamily="34" charset="0"/>
                <a:cs typeface="Arial" panose="020B0604020202020204" pitchFamily="34" charset="0"/>
              </a:rPr>
              <a:t>procsesso</a:t>
            </a:r>
            <a:r>
              <a:rPr lang="it-IT" sz="1400" dirty="0">
                <a:latin typeface="Arial" panose="020B0604020202020204" pitchFamily="34" charset="0"/>
                <a:cs typeface="Arial" panose="020B0604020202020204" pitchFamily="34" charset="0"/>
              </a:rPr>
              <a:t> esistente ma con una </a:t>
            </a:r>
            <a:r>
              <a:rPr lang="it-IT" sz="1400" dirty="0" err="1">
                <a:latin typeface="Arial" panose="020B0604020202020204" pitchFamily="34" charset="0"/>
                <a:cs typeface="Arial" panose="020B0604020202020204" pitchFamily="34" charset="0"/>
              </a:rPr>
              <a:t>struttra</a:t>
            </a:r>
            <a:r>
              <a:rPr lang="it-IT" sz="1400" dirty="0">
                <a:latin typeface="Arial" panose="020B0604020202020204" pitchFamily="34" charset="0"/>
                <a:cs typeface="Arial" panose="020B0604020202020204" pitchFamily="34" charset="0"/>
              </a:rPr>
              <a:t> diversa (i.e. </a:t>
            </a:r>
            <a:r>
              <a:rPr lang="it-IT" sz="1400" dirty="0" err="1">
                <a:latin typeface="Arial" panose="020B0604020202020204" pitchFamily="34" charset="0"/>
                <a:cs typeface="Arial" panose="020B0604020202020204" pitchFamily="34" charset="0"/>
              </a:rPr>
              <a:t>db</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modell</a:t>
            </a:r>
            <a:r>
              <a:rPr lang="it-IT" sz="1400" dirty="0">
                <a:latin typeface="Arial" panose="020B0604020202020204" pitchFamily="34" charset="0"/>
                <a:cs typeface="Arial" panose="020B0604020202020204" pitchFamily="34" charset="0"/>
              </a:rPr>
              <a:t> settings) </a:t>
            </a:r>
            <a:r>
              <a:rPr lang="it-IT" sz="1400" dirty="0" err="1">
                <a:latin typeface="Arial" panose="020B0604020202020204" pitchFamily="34" charset="0"/>
                <a:cs typeface="Arial" panose="020B0604020202020204" pitchFamily="34" charset="0"/>
              </a:rPr>
              <a:t>if</a:t>
            </a:r>
            <a:r>
              <a:rPr lang="it-IT" sz="1400" dirty="0">
                <a:latin typeface="Arial" panose="020B0604020202020204" pitchFamily="34" charset="0"/>
                <a:cs typeface="Arial" panose="020B0604020202020204" pitchFamily="34" charset="0"/>
              </a:rPr>
              <a:t> GSA = True dove le differenze </a:t>
            </a:r>
            <a:r>
              <a:rPr lang="it-IT" sz="1400" dirty="0" err="1">
                <a:latin typeface="Arial" panose="020B0604020202020204" pitchFamily="34" charset="0"/>
                <a:cs typeface="Arial" panose="020B0604020202020204" pitchFamily="34" charset="0"/>
              </a:rPr>
              <a:t>struttrali</a:t>
            </a:r>
            <a:r>
              <a:rPr lang="it-IT" sz="1400" dirty="0">
                <a:latin typeface="Arial" panose="020B0604020202020204" pitchFamily="34" charset="0"/>
                <a:cs typeface="Arial" panose="020B0604020202020204" pitchFamily="34" charset="0"/>
              </a:rPr>
              <a:t> </a:t>
            </a:r>
            <a:r>
              <a:rPr lang="it-IT" sz="1400" dirty="0" err="1">
                <a:latin typeface="Arial" panose="020B0604020202020204" pitchFamily="34" charset="0"/>
                <a:cs typeface="Arial" panose="020B0604020202020204" pitchFamily="34" charset="0"/>
              </a:rPr>
              <a:t>princpalmente</a:t>
            </a:r>
            <a:r>
              <a:rPr lang="it-IT" sz="1400" dirty="0">
                <a:latin typeface="Arial" panose="020B0604020202020204" pitchFamily="34" charset="0"/>
                <a:cs typeface="Arial" panose="020B0604020202020204" pitchFamily="34" charset="0"/>
              </a:rPr>
              <a:t> sono controllate dai default La Classe GSA Manager si occupa di tutte le task della GSA richiamano Database e </a:t>
            </a:r>
            <a:r>
              <a:rPr lang="it-IT" sz="1400" dirty="0" err="1">
                <a:latin typeface="Arial" panose="020B0604020202020204" pitchFamily="34" charset="0"/>
                <a:cs typeface="Arial" panose="020B0604020202020204" pitchFamily="34" charset="0"/>
              </a:rPr>
              <a:t>Problem</a:t>
            </a:r>
            <a:r>
              <a:rPr lang="it-IT" sz="1400" dirty="0">
                <a:latin typeface="Arial" panose="020B0604020202020204" pitchFamily="34" charset="0"/>
                <a:cs typeface="Arial" panose="020B0604020202020204" pitchFamily="34" charset="0"/>
              </a:rPr>
              <a:t> quando serve La cosa che devo inquadrare meglio</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0187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A67FE-173C-F0D4-6780-2B404195F868}"/>
              </a:ext>
            </a:extLst>
          </p:cNvPr>
          <p:cNvSpPr>
            <a:spLocks noGrp="1"/>
          </p:cNvSpPr>
          <p:nvPr>
            <p:ph type="title"/>
          </p:nvPr>
        </p:nvSpPr>
        <p:spPr/>
        <p:txBody>
          <a:bodyPr/>
          <a:lstStyle/>
          <a:p>
            <a:r>
              <a:rPr lang="en-US" dirty="0"/>
              <a:t>Operationalizing GSA in </a:t>
            </a:r>
            <a:r>
              <a:rPr lang="en-US" dirty="0" err="1"/>
              <a:t>CVXLab</a:t>
            </a:r>
            <a:endParaRPr lang="en-US" dirty="0"/>
          </a:p>
        </p:txBody>
      </p:sp>
      <p:sp>
        <p:nvSpPr>
          <p:cNvPr id="4" name="Date Placeholder 3">
            <a:extLst>
              <a:ext uri="{FF2B5EF4-FFF2-40B4-BE49-F238E27FC236}">
                <a16:creationId xmlns:a16="http://schemas.microsoft.com/office/drawing/2014/main" id="{1C6846AE-4588-2B40-5DD2-342B0A035E0C}"/>
              </a:ext>
            </a:extLst>
          </p:cNvPr>
          <p:cNvSpPr>
            <a:spLocks noGrp="1"/>
          </p:cNvSpPr>
          <p:nvPr>
            <p:ph type="dt" sz="half" idx="14"/>
          </p:nvPr>
        </p:nvSpPr>
        <p:spPr/>
        <p:txBody>
          <a:bodyPr/>
          <a:lstStyle/>
          <a:p>
            <a:r>
              <a:rPr lang="it-IT"/>
              <a:t>POLITECNICO DI MILANO</a:t>
            </a:r>
            <a:endParaRPr lang="it-IT" dirty="0"/>
          </a:p>
        </p:txBody>
      </p:sp>
      <p:sp>
        <p:nvSpPr>
          <p:cNvPr id="5" name="Footer Placeholder 4">
            <a:extLst>
              <a:ext uri="{FF2B5EF4-FFF2-40B4-BE49-F238E27FC236}">
                <a16:creationId xmlns:a16="http://schemas.microsoft.com/office/drawing/2014/main" id="{BF1CB16A-8770-B974-A64A-1B7265D68949}"/>
              </a:ext>
            </a:extLst>
          </p:cNvPr>
          <p:cNvSpPr>
            <a:spLocks noGrp="1"/>
          </p:cNvSpPr>
          <p:nvPr>
            <p:ph type="ftr" sz="quarter" idx="15"/>
          </p:nvPr>
        </p:nvSpPr>
        <p:spPr/>
        <p:txBody>
          <a:bodyPr/>
          <a:lstStyle/>
          <a:p>
            <a:r>
              <a:rPr lang="en-US"/>
              <a:t>Department of Energy</a:t>
            </a:r>
            <a:endParaRPr lang="it-IT" dirty="0"/>
          </a:p>
        </p:txBody>
      </p:sp>
      <p:sp>
        <p:nvSpPr>
          <p:cNvPr id="6" name="Slide Number Placeholder 5">
            <a:extLst>
              <a:ext uri="{FF2B5EF4-FFF2-40B4-BE49-F238E27FC236}">
                <a16:creationId xmlns:a16="http://schemas.microsoft.com/office/drawing/2014/main" id="{5DAD04DF-B299-7B67-BDB9-1C1433CFE6C6}"/>
              </a:ext>
            </a:extLst>
          </p:cNvPr>
          <p:cNvSpPr>
            <a:spLocks noGrp="1"/>
          </p:cNvSpPr>
          <p:nvPr>
            <p:ph type="sldNum" sz="quarter" idx="16"/>
          </p:nvPr>
        </p:nvSpPr>
        <p:spPr/>
        <p:txBody>
          <a:bodyPr/>
          <a:lstStyle/>
          <a:p>
            <a:fld id="{3135EEA2-8D42-4D46-95A6-66E65FDC5EB1}" type="slidenum">
              <a:rPr lang="it-IT" smtClean="0"/>
              <a:pPr/>
              <a:t>7</a:t>
            </a:fld>
            <a:endParaRPr lang="it-IT"/>
          </a:p>
        </p:txBody>
      </p:sp>
      <p:sp>
        <p:nvSpPr>
          <p:cNvPr id="7" name="TextBox 6">
            <a:extLst>
              <a:ext uri="{FF2B5EF4-FFF2-40B4-BE49-F238E27FC236}">
                <a16:creationId xmlns:a16="http://schemas.microsoft.com/office/drawing/2014/main" id="{692701B0-8082-143A-0BDF-38535FFE3FD9}"/>
              </a:ext>
            </a:extLst>
          </p:cNvPr>
          <p:cNvSpPr txBox="1"/>
          <p:nvPr/>
        </p:nvSpPr>
        <p:spPr>
          <a:xfrm>
            <a:off x="272155" y="4527590"/>
            <a:ext cx="2441694" cy="261610"/>
          </a:xfrm>
          <a:prstGeom prst="rect">
            <a:avLst/>
          </a:prstGeom>
          <a:noFill/>
        </p:spPr>
        <p:txBody>
          <a:bodyPr wrap="none" rtlCol="0">
            <a:spAutoFit/>
          </a:bodyPr>
          <a:lstStyle>
            <a:defPPr>
              <a:defRPr lang="it-IT"/>
            </a:defPPr>
            <a:lvl1pPr>
              <a:defRPr sz="1100" b="1">
                <a:solidFill>
                  <a:schemeClr val="tx2"/>
                </a:solidFill>
              </a:defRPr>
            </a:lvl1pPr>
          </a:lstStyle>
          <a:p>
            <a:r>
              <a:rPr lang="it-IT" dirty="0" err="1"/>
              <a:t>Run</a:t>
            </a:r>
            <a:r>
              <a:rPr lang="it-IT" dirty="0"/>
              <a:t> the model for </a:t>
            </a:r>
            <a:r>
              <a:rPr lang="it-IT" dirty="0" err="1"/>
              <a:t>each</a:t>
            </a:r>
            <a:r>
              <a:rPr lang="it-IT" dirty="0"/>
              <a:t> sample id</a:t>
            </a:r>
            <a:endParaRPr lang="en-US" dirty="0"/>
          </a:p>
        </p:txBody>
      </p:sp>
      <p:sp>
        <p:nvSpPr>
          <p:cNvPr id="47" name="TextBox 46">
            <a:extLst>
              <a:ext uri="{FF2B5EF4-FFF2-40B4-BE49-F238E27FC236}">
                <a16:creationId xmlns:a16="http://schemas.microsoft.com/office/drawing/2014/main" id="{F27DE323-85F5-88ED-D7C4-D37B40AA3CA5}"/>
              </a:ext>
            </a:extLst>
          </p:cNvPr>
          <p:cNvSpPr txBox="1"/>
          <p:nvPr/>
        </p:nvSpPr>
        <p:spPr>
          <a:xfrm>
            <a:off x="331748" y="1466934"/>
            <a:ext cx="2964273" cy="261610"/>
          </a:xfrm>
          <a:prstGeom prst="rect">
            <a:avLst/>
          </a:prstGeom>
          <a:noFill/>
        </p:spPr>
        <p:txBody>
          <a:bodyPr wrap="none" rtlCol="0">
            <a:spAutoFit/>
          </a:bodyPr>
          <a:lstStyle/>
          <a:p>
            <a:r>
              <a:rPr lang="it-IT" sz="1100" b="1" dirty="0">
                <a:solidFill>
                  <a:schemeClr val="tx2"/>
                </a:solidFill>
              </a:rPr>
              <a:t>GSA Step 1: call </a:t>
            </a:r>
            <a:r>
              <a:rPr lang="it-IT" sz="1100" b="1" dirty="0" err="1">
                <a:solidFill>
                  <a:schemeClr val="tx2"/>
                </a:solidFill>
              </a:rPr>
              <a:t>SALib</a:t>
            </a:r>
            <a:r>
              <a:rPr lang="it-IT" sz="1100" b="1" dirty="0">
                <a:solidFill>
                  <a:schemeClr val="tx2"/>
                </a:solidFill>
              </a:rPr>
              <a:t> to sample the data</a:t>
            </a:r>
            <a:endParaRPr lang="en-US" sz="1100" b="1" dirty="0">
              <a:solidFill>
                <a:schemeClr val="tx2"/>
              </a:solidFill>
            </a:endParaRPr>
          </a:p>
        </p:txBody>
      </p:sp>
      <p:sp>
        <p:nvSpPr>
          <p:cNvPr id="48" name="TextBox 47">
            <a:extLst>
              <a:ext uri="{FF2B5EF4-FFF2-40B4-BE49-F238E27FC236}">
                <a16:creationId xmlns:a16="http://schemas.microsoft.com/office/drawing/2014/main" id="{45F5174C-D937-F8E1-0CBB-F4397B322C08}"/>
              </a:ext>
            </a:extLst>
          </p:cNvPr>
          <p:cNvSpPr txBox="1"/>
          <p:nvPr/>
        </p:nvSpPr>
        <p:spPr>
          <a:xfrm>
            <a:off x="411496" y="1866402"/>
            <a:ext cx="2804778" cy="541943"/>
          </a:xfrm>
          <a:prstGeom prst="rect">
            <a:avLst/>
          </a:prstGeom>
          <a:solidFill>
            <a:schemeClr val="tx1"/>
          </a:solidFill>
        </p:spPr>
        <p:txBody>
          <a:bodyPr wrap="square">
            <a:spAutoFit/>
          </a:bodyPr>
          <a:lstStyle/>
          <a:p>
            <a:pPr lvl="0">
              <a:lnSpc>
                <a:spcPts val="1200"/>
              </a:lnSpc>
              <a:defRPr/>
            </a:pPr>
            <a:r>
              <a:rPr kumimoji="0" lang="en-US" sz="800" b="0" i="0" u="none" strike="noStrike" kern="1200" cap="none" spc="0" normalizeH="0" baseline="0" noProof="0" dirty="0" err="1">
                <a:ln>
                  <a:noFill/>
                </a:ln>
                <a:solidFill>
                  <a:srgbClr val="AA93DD"/>
                </a:solidFill>
                <a:effectLst/>
                <a:uLnTx/>
                <a:uFillTx/>
                <a:latin typeface="Consolas" panose="020B0609020204030204" pitchFamily="49" charset="0"/>
                <a:ea typeface="+mn-ea"/>
                <a:cs typeface="+mn-cs"/>
              </a:rPr>
              <a:t>model</a:t>
            </a:r>
            <a:r>
              <a:rPr kumimoji="0" lang="en-US" sz="800" b="1" i="0" u="none" strike="noStrike" kern="1200" cap="none" spc="0" normalizeH="0" baseline="0" noProof="0" dirty="0" err="1">
                <a:ln>
                  <a:noFill/>
                </a:ln>
                <a:solidFill>
                  <a:srgbClr val="BBBBBB"/>
                </a:solidFill>
                <a:effectLst/>
                <a:uLnTx/>
                <a:uFillTx/>
                <a:latin typeface="Consolas" panose="020B0609020204030204" pitchFamily="49" charset="0"/>
                <a:ea typeface="+mn-ea"/>
                <a:cs typeface="+mn-cs"/>
              </a:rPr>
              <a:t>.</a:t>
            </a:r>
            <a:r>
              <a:rPr kumimoji="0" lang="en-US" sz="800" b="0" i="0" u="none" strike="noStrike" kern="1200" cap="none" spc="0" normalizeH="0" baseline="0" noProof="0" dirty="0" err="1">
                <a:ln>
                  <a:noFill/>
                </a:ln>
                <a:solidFill>
                  <a:srgbClr val="AFCBFF"/>
                </a:solidFill>
                <a:effectLst/>
                <a:uLnTx/>
                <a:uFillTx/>
                <a:latin typeface="Consolas" panose="020B0609020204030204" pitchFamily="49" charset="0"/>
                <a:ea typeface="+mn-ea"/>
                <a:cs typeface="+mn-cs"/>
              </a:rPr>
              <a:t>create_uncertain</a:t>
            </a:r>
            <a:r>
              <a:rPr lang="en-US" sz="800" dirty="0">
                <a:solidFill>
                  <a:srgbClr val="AFCBFF"/>
                </a:solidFill>
                <a:latin typeface="Consolas" panose="020B0609020204030204" pitchFamily="49" charset="0"/>
              </a:rPr>
              <a:t>_</a:t>
            </a:r>
            <a:r>
              <a:rPr lang="en-US" sz="800" dirty="0" err="1">
                <a:solidFill>
                  <a:srgbClr val="AFCBFF"/>
                </a:solidFill>
                <a:latin typeface="Consolas" panose="020B0609020204030204" pitchFamily="49" charset="0"/>
              </a:rPr>
              <a:t>params_dict</a:t>
            </a:r>
            <a:r>
              <a:rPr lang="en-US" sz="800" dirty="0">
                <a:solidFill>
                  <a:srgbClr val="DF65AC"/>
                </a:solidFill>
                <a:latin typeface="Consolas" panose="020B0609020204030204" pitchFamily="49" charset="0"/>
              </a:rPr>
              <a:t>()</a:t>
            </a:r>
          </a:p>
          <a:p>
            <a:pPr lvl="0">
              <a:lnSpc>
                <a:spcPts val="1200"/>
              </a:lnSpc>
              <a:defRPr/>
            </a:pPr>
            <a:endParaRPr lang="en-US" sz="800" b="0" dirty="0">
              <a:solidFill>
                <a:srgbClr val="DF65AC"/>
              </a:solidFill>
              <a:effectLst/>
              <a:latin typeface="Consolas" panose="020B0609020204030204" pitchFamily="49" charset="0"/>
            </a:endParaRPr>
          </a:p>
          <a:p>
            <a:pPr lvl="0">
              <a:lnSpc>
                <a:spcPts val="1200"/>
              </a:lnSpc>
              <a:defRPr/>
            </a:pPr>
            <a:r>
              <a:rPr lang="en-US" sz="800" dirty="0" err="1">
                <a:solidFill>
                  <a:srgbClr val="AA93DD"/>
                </a:solidFill>
                <a:latin typeface="Consolas" panose="020B0609020204030204" pitchFamily="49" charset="0"/>
              </a:rPr>
              <a:t>model</a:t>
            </a:r>
            <a:r>
              <a:rPr lang="en-US" sz="800" dirty="0" err="1">
                <a:solidFill>
                  <a:srgbClr val="DF65AC"/>
                </a:solidFill>
                <a:latin typeface="Consolas" panose="020B0609020204030204" pitchFamily="49" charset="0"/>
              </a:rPr>
              <a:t>.</a:t>
            </a:r>
            <a:r>
              <a:rPr lang="en-US" sz="800" dirty="0" err="1">
                <a:solidFill>
                  <a:srgbClr val="AFCBFF"/>
                </a:solidFill>
                <a:latin typeface="Consolas" panose="020B0609020204030204" pitchFamily="49" charset="0"/>
              </a:rPr>
              <a:t>sample</a:t>
            </a:r>
            <a:r>
              <a:rPr lang="en-US" sz="800" dirty="0">
                <a:solidFill>
                  <a:srgbClr val="DF65AC"/>
                </a:solidFill>
                <a:latin typeface="Consolas" panose="020B0609020204030204" pitchFamily="49" charset="0"/>
              </a:rPr>
              <a:t>(method=“Morris”)</a:t>
            </a:r>
          </a:p>
        </p:txBody>
      </p:sp>
      <p:cxnSp>
        <p:nvCxnSpPr>
          <p:cNvPr id="49" name="Straight Arrow Connector 48">
            <a:extLst>
              <a:ext uri="{FF2B5EF4-FFF2-40B4-BE49-F238E27FC236}">
                <a16:creationId xmlns:a16="http://schemas.microsoft.com/office/drawing/2014/main" id="{90FA8493-09E0-7B4F-414B-A622E1D42259}"/>
              </a:ext>
            </a:extLst>
          </p:cNvPr>
          <p:cNvCxnSpPr>
            <a:cxnSpLocks/>
            <a:endCxn id="50" idx="1"/>
          </p:cNvCxnSpPr>
          <p:nvPr/>
        </p:nvCxnSpPr>
        <p:spPr>
          <a:xfrm flipV="1">
            <a:off x="3315700" y="1763390"/>
            <a:ext cx="967153" cy="197778"/>
          </a:xfrm>
          <a:prstGeom prst="straightConnector1">
            <a:avLst/>
          </a:prstGeom>
          <a:ln w="19050">
            <a:solidFill>
              <a:srgbClr val="A7657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A5188DEC-2B81-C497-FA1E-44EA61093561}"/>
              </a:ext>
            </a:extLst>
          </p:cNvPr>
          <p:cNvSpPr txBox="1"/>
          <p:nvPr/>
        </p:nvSpPr>
        <p:spPr>
          <a:xfrm>
            <a:off x="4282853" y="1594113"/>
            <a:ext cx="6729918" cy="338554"/>
          </a:xfrm>
          <a:prstGeom prst="rect">
            <a:avLst/>
          </a:prstGeom>
          <a:noFill/>
        </p:spPr>
        <p:txBody>
          <a:bodyPr wrap="square" rtlCol="0">
            <a:spAutoFit/>
          </a:bodyPr>
          <a:lstStyle/>
          <a:p>
            <a:r>
              <a:rPr lang="en-US" sz="800" b="1" noProof="0" dirty="0">
                <a:solidFill>
                  <a:schemeClr val="tx2"/>
                </a:solidFill>
              </a:rPr>
              <a:t>To do:  </a:t>
            </a:r>
            <a:r>
              <a:rPr lang="en-US" sz="800" noProof="0" dirty="0">
                <a:solidFill>
                  <a:schemeClr val="tx2"/>
                </a:solidFill>
              </a:rPr>
              <a:t>implement a class function that takes the </a:t>
            </a:r>
            <a:r>
              <a:rPr lang="en-US" sz="800" noProof="0" dirty="0" err="1">
                <a:solidFill>
                  <a:schemeClr val="tx2"/>
                </a:solidFill>
              </a:rPr>
              <a:t>lb</a:t>
            </a:r>
            <a:r>
              <a:rPr lang="en-US" sz="800" noProof="0" dirty="0">
                <a:solidFill>
                  <a:schemeClr val="tx2"/>
                </a:solidFill>
              </a:rPr>
              <a:t> and </a:t>
            </a:r>
            <a:r>
              <a:rPr lang="en-US" sz="800" noProof="0" dirty="0" err="1">
                <a:solidFill>
                  <a:schemeClr val="tx2"/>
                </a:solidFill>
              </a:rPr>
              <a:t>ub</a:t>
            </a:r>
            <a:r>
              <a:rPr lang="en-US" sz="800" noProof="0" dirty="0">
                <a:solidFill>
                  <a:schemeClr val="tx2"/>
                </a:solidFill>
              </a:rPr>
              <a:t> values and creates a dictionary to feed SALib</a:t>
            </a:r>
          </a:p>
          <a:p>
            <a:r>
              <a:rPr lang="en-US" sz="800" dirty="0">
                <a:solidFill>
                  <a:schemeClr val="tx2"/>
                </a:solidFill>
              </a:rPr>
              <a:t>- add possibility to group techs according to _</a:t>
            </a:r>
            <a:r>
              <a:rPr lang="en-US" sz="800" dirty="0" err="1">
                <a:solidFill>
                  <a:schemeClr val="tx2"/>
                </a:solidFill>
              </a:rPr>
              <a:t>agg</a:t>
            </a:r>
            <a:r>
              <a:rPr lang="en-US" sz="800" dirty="0">
                <a:solidFill>
                  <a:schemeClr val="tx2"/>
                </a:solidFill>
              </a:rPr>
              <a:t> that is specified in model settings</a:t>
            </a:r>
            <a:r>
              <a:rPr lang="en-US" sz="800" noProof="0" dirty="0">
                <a:solidFill>
                  <a:schemeClr val="tx2"/>
                </a:solidFill>
              </a:rPr>
              <a:t> </a:t>
            </a:r>
          </a:p>
        </p:txBody>
      </p:sp>
      <p:sp>
        <p:nvSpPr>
          <p:cNvPr id="52" name="TextBox 51">
            <a:extLst>
              <a:ext uri="{FF2B5EF4-FFF2-40B4-BE49-F238E27FC236}">
                <a16:creationId xmlns:a16="http://schemas.microsoft.com/office/drawing/2014/main" id="{9D50776F-FE31-14EE-C9AC-31B98C269FF3}"/>
              </a:ext>
            </a:extLst>
          </p:cNvPr>
          <p:cNvSpPr txBox="1"/>
          <p:nvPr/>
        </p:nvSpPr>
        <p:spPr>
          <a:xfrm>
            <a:off x="9322975" y="1161649"/>
            <a:ext cx="2964273" cy="830997"/>
          </a:xfrm>
          <a:prstGeom prst="rect">
            <a:avLst/>
          </a:prstGeom>
          <a:solidFill>
            <a:schemeClr val="tx1"/>
          </a:solidFill>
        </p:spPr>
        <p:txBody>
          <a:bodyPr wrap="square">
            <a:spAutoFit/>
          </a:bodyPr>
          <a:lstStyle/>
          <a:p>
            <a:pPr>
              <a:buNone/>
            </a:pPr>
            <a:r>
              <a:rPr lang="en-US" sz="800" b="0" dirty="0">
                <a:solidFill>
                  <a:srgbClr val="AA93DD"/>
                </a:solidFill>
                <a:effectLst/>
                <a:latin typeface="Consolas" panose="020B0609020204030204" pitchFamily="49" charset="0"/>
              </a:rPr>
              <a:t>problem </a:t>
            </a:r>
            <a:r>
              <a:rPr lang="en-US" sz="800" b="0" dirty="0">
                <a:solidFill>
                  <a:srgbClr val="BBBBBB"/>
                </a:solidFill>
                <a:effectLst/>
                <a:latin typeface="Consolas" panose="020B0609020204030204" pitchFamily="49" charset="0"/>
              </a:rPr>
              <a:t>=</a:t>
            </a:r>
            <a:r>
              <a:rPr lang="en-US" sz="800" b="0" dirty="0">
                <a:solidFill>
                  <a:srgbClr val="AA93DD"/>
                </a:solidFill>
                <a:effectLst/>
                <a:latin typeface="Consolas" panose="020B0609020204030204" pitchFamily="49" charset="0"/>
              </a:rPr>
              <a:t> </a:t>
            </a:r>
            <a:r>
              <a:rPr lang="en-US" sz="800" b="0" dirty="0">
                <a:solidFill>
                  <a:srgbClr val="DF65AC"/>
                </a:solidFill>
                <a:effectLst/>
                <a:latin typeface="Consolas" panose="020B0609020204030204" pitchFamily="49" charset="0"/>
              </a:rPr>
              <a:t>{</a:t>
            </a:r>
            <a:endParaRPr lang="en-US" sz="800" b="0" dirty="0">
              <a:solidFill>
                <a:srgbClr val="BBBBBB"/>
              </a:solidFill>
              <a:effectLst/>
              <a:latin typeface="Consolas" panose="020B0609020204030204" pitchFamily="49" charset="0"/>
            </a:endParaRPr>
          </a:p>
          <a:p>
            <a:pPr>
              <a:buNone/>
            </a:pPr>
            <a:r>
              <a:rPr lang="en-US" sz="800" b="0" dirty="0">
                <a:solidFill>
                  <a:srgbClr val="AA93DD"/>
                </a:solidFill>
                <a:effectLst/>
                <a:latin typeface="Consolas" panose="020B0609020204030204" pitchFamily="49" charset="0"/>
              </a:rPr>
              <a:t>    </a:t>
            </a:r>
            <a:r>
              <a:rPr lang="en-US" sz="800" b="0" dirty="0">
                <a:solidFill>
                  <a:srgbClr val="DF65AC"/>
                </a:solidFill>
                <a:effectLst/>
                <a:latin typeface="Consolas" panose="020B0609020204030204" pitchFamily="49" charset="0"/>
              </a:rPr>
              <a:t>"</a:t>
            </a:r>
            <a:r>
              <a:rPr lang="en-US" sz="800" b="0" dirty="0" err="1">
                <a:solidFill>
                  <a:srgbClr val="E07DBA"/>
                </a:solidFill>
                <a:effectLst/>
                <a:latin typeface="Consolas" panose="020B0609020204030204" pitchFamily="49" charset="0"/>
              </a:rPr>
              <a:t>num_vars</a:t>
            </a:r>
            <a:r>
              <a:rPr lang="en-US" sz="800" b="0" dirty="0">
                <a:solidFill>
                  <a:srgbClr val="DF65AC"/>
                </a:solidFill>
                <a:effectLst/>
                <a:latin typeface="Consolas" panose="020B0609020204030204" pitchFamily="49" charset="0"/>
              </a:rPr>
              <a:t>"</a:t>
            </a:r>
            <a:r>
              <a:rPr lang="en-US" sz="800" b="1" dirty="0">
                <a:solidFill>
                  <a:srgbClr val="BBBBBB"/>
                </a:solidFill>
                <a:effectLst/>
                <a:latin typeface="Consolas" panose="020B0609020204030204" pitchFamily="49" charset="0"/>
              </a:rPr>
              <a:t>:</a:t>
            </a:r>
            <a:r>
              <a:rPr lang="en-US" sz="800" b="0" dirty="0">
                <a:solidFill>
                  <a:srgbClr val="AA93DD"/>
                </a:solidFill>
                <a:effectLst/>
                <a:latin typeface="Consolas" panose="020B0609020204030204" pitchFamily="49" charset="0"/>
              </a:rPr>
              <a:t> </a:t>
            </a:r>
            <a:r>
              <a:rPr lang="en-US" sz="800" b="0" dirty="0">
                <a:solidFill>
                  <a:srgbClr val="DF65AC"/>
                </a:solidFill>
                <a:effectLst/>
                <a:latin typeface="Consolas" panose="020B0609020204030204" pitchFamily="49" charset="0"/>
              </a:rPr>
              <a:t>2</a:t>
            </a:r>
            <a:r>
              <a:rPr lang="en-US" sz="800" b="1" dirty="0">
                <a:solidFill>
                  <a:srgbClr val="BBBBBB"/>
                </a:solidFill>
                <a:effectLst/>
                <a:latin typeface="Consolas" panose="020B0609020204030204" pitchFamily="49" charset="0"/>
              </a:rPr>
              <a:t>,</a:t>
            </a:r>
            <a:endParaRPr lang="en-US" sz="800" b="0" dirty="0">
              <a:solidFill>
                <a:srgbClr val="BBBBBB"/>
              </a:solidFill>
              <a:effectLst/>
              <a:latin typeface="Consolas" panose="020B0609020204030204" pitchFamily="49" charset="0"/>
            </a:endParaRPr>
          </a:p>
          <a:p>
            <a:pPr>
              <a:buNone/>
            </a:pPr>
            <a:r>
              <a:rPr lang="en-US" sz="800" b="0" dirty="0">
                <a:solidFill>
                  <a:srgbClr val="AA93DD"/>
                </a:solidFill>
                <a:effectLst/>
                <a:latin typeface="Consolas" panose="020B0609020204030204" pitchFamily="49" charset="0"/>
              </a:rPr>
              <a:t>    </a:t>
            </a:r>
            <a:r>
              <a:rPr lang="en-US" sz="800" b="0" dirty="0">
                <a:solidFill>
                  <a:srgbClr val="DF65AC"/>
                </a:solidFill>
                <a:effectLst/>
                <a:latin typeface="Consolas" panose="020B0609020204030204" pitchFamily="49" charset="0"/>
              </a:rPr>
              <a:t>"</a:t>
            </a:r>
            <a:r>
              <a:rPr lang="en-US" sz="800" b="0" dirty="0">
                <a:solidFill>
                  <a:srgbClr val="E07DBA"/>
                </a:solidFill>
                <a:effectLst/>
                <a:latin typeface="Consolas" panose="020B0609020204030204" pitchFamily="49" charset="0"/>
              </a:rPr>
              <a:t>names</a:t>
            </a:r>
            <a:r>
              <a:rPr lang="en-US" sz="800" b="0" dirty="0">
                <a:solidFill>
                  <a:srgbClr val="DF65AC"/>
                </a:solidFill>
                <a:effectLst/>
                <a:latin typeface="Consolas" panose="020B0609020204030204" pitchFamily="49" charset="0"/>
              </a:rPr>
              <a:t>"</a:t>
            </a:r>
            <a:r>
              <a:rPr lang="en-US" sz="800" b="1" dirty="0">
                <a:solidFill>
                  <a:srgbClr val="BBBBBB"/>
                </a:solidFill>
                <a:effectLst/>
                <a:latin typeface="Consolas" panose="020B0609020204030204" pitchFamily="49" charset="0"/>
              </a:rPr>
              <a:t>:</a:t>
            </a:r>
            <a:r>
              <a:rPr lang="en-US" sz="800" b="0" dirty="0">
                <a:solidFill>
                  <a:srgbClr val="AA93DD"/>
                </a:solidFill>
                <a:effectLst/>
                <a:latin typeface="Consolas" panose="020B0609020204030204" pitchFamily="49" charset="0"/>
              </a:rPr>
              <a:t> </a:t>
            </a:r>
            <a:r>
              <a:rPr lang="en-US" sz="800" b="0" dirty="0">
                <a:solidFill>
                  <a:srgbClr val="BBBBBB"/>
                </a:solidFill>
                <a:effectLst/>
                <a:latin typeface="Consolas" panose="020B0609020204030204" pitchFamily="49" charset="0"/>
              </a:rPr>
              <a:t>[</a:t>
            </a:r>
            <a:r>
              <a:rPr lang="en-US" sz="800" b="0" dirty="0">
                <a:solidFill>
                  <a:srgbClr val="DF65AC"/>
                </a:solidFill>
                <a:effectLst/>
                <a:latin typeface="Consolas" panose="020B0609020204030204" pitchFamily="49" charset="0"/>
              </a:rPr>
              <a:t>"</a:t>
            </a:r>
            <a:r>
              <a:rPr lang="en-US" sz="800" b="0" dirty="0">
                <a:solidFill>
                  <a:srgbClr val="E07DBA"/>
                </a:solidFill>
                <a:effectLst/>
                <a:latin typeface="Consolas" panose="020B0609020204030204" pitchFamily="49" charset="0"/>
              </a:rPr>
              <a:t>X1</a:t>
            </a:r>
            <a:r>
              <a:rPr lang="en-US" sz="800" b="0" dirty="0">
                <a:solidFill>
                  <a:srgbClr val="DF65AC"/>
                </a:solidFill>
                <a:effectLst/>
                <a:latin typeface="Consolas" panose="020B0609020204030204" pitchFamily="49" charset="0"/>
              </a:rPr>
              <a:t>"</a:t>
            </a:r>
            <a:r>
              <a:rPr lang="en-US" sz="800" b="1" dirty="0">
                <a:solidFill>
                  <a:srgbClr val="BBBBBB"/>
                </a:solidFill>
                <a:effectLst/>
                <a:latin typeface="Consolas" panose="020B0609020204030204" pitchFamily="49" charset="0"/>
              </a:rPr>
              <a:t>,</a:t>
            </a:r>
            <a:r>
              <a:rPr lang="en-US" sz="800" b="0" dirty="0">
                <a:solidFill>
                  <a:srgbClr val="AA93DD"/>
                </a:solidFill>
                <a:effectLst/>
                <a:latin typeface="Consolas" panose="020B0609020204030204" pitchFamily="49" charset="0"/>
              </a:rPr>
              <a:t> </a:t>
            </a:r>
            <a:r>
              <a:rPr lang="en-US" sz="800" b="0" dirty="0">
                <a:solidFill>
                  <a:srgbClr val="DF65AC"/>
                </a:solidFill>
                <a:effectLst/>
                <a:latin typeface="Consolas" panose="020B0609020204030204" pitchFamily="49" charset="0"/>
              </a:rPr>
              <a:t>"</a:t>
            </a:r>
            <a:r>
              <a:rPr lang="en-US" sz="800" b="0" dirty="0">
                <a:solidFill>
                  <a:srgbClr val="E07DBA"/>
                </a:solidFill>
                <a:effectLst/>
                <a:latin typeface="Consolas" panose="020B0609020204030204" pitchFamily="49" charset="0"/>
              </a:rPr>
              <a:t>X2</a:t>
            </a:r>
            <a:r>
              <a:rPr lang="en-US" sz="800" b="0" dirty="0">
                <a:solidFill>
                  <a:srgbClr val="DF65AC"/>
                </a:solidFill>
                <a:effectLst/>
                <a:latin typeface="Consolas" panose="020B0609020204030204" pitchFamily="49" charset="0"/>
              </a:rPr>
              <a:t>"</a:t>
            </a:r>
            <a:r>
              <a:rPr lang="en-US" sz="800" b="0" dirty="0">
                <a:solidFill>
                  <a:srgbClr val="BBBBBB"/>
                </a:solidFill>
                <a:effectLst/>
                <a:latin typeface="Consolas" panose="020B0609020204030204" pitchFamily="49" charset="0"/>
              </a:rPr>
              <a:t>]</a:t>
            </a:r>
            <a:r>
              <a:rPr lang="en-US" sz="800" b="1" dirty="0">
                <a:solidFill>
                  <a:srgbClr val="BBBBBB"/>
                </a:solidFill>
                <a:effectLst/>
                <a:latin typeface="Consolas" panose="020B0609020204030204" pitchFamily="49" charset="0"/>
              </a:rPr>
              <a:t>,</a:t>
            </a:r>
            <a:endParaRPr lang="en-US" sz="800" b="0" dirty="0">
              <a:solidFill>
                <a:srgbClr val="BBBBBB"/>
              </a:solidFill>
              <a:effectLst/>
              <a:latin typeface="Consolas" panose="020B0609020204030204" pitchFamily="49" charset="0"/>
            </a:endParaRPr>
          </a:p>
          <a:p>
            <a:pPr>
              <a:buNone/>
            </a:pPr>
            <a:r>
              <a:rPr lang="en-US" sz="800" b="0" dirty="0">
                <a:solidFill>
                  <a:srgbClr val="AA93DD"/>
                </a:solidFill>
                <a:effectLst/>
                <a:latin typeface="Consolas" panose="020B0609020204030204" pitchFamily="49" charset="0"/>
              </a:rPr>
              <a:t>    </a:t>
            </a:r>
            <a:r>
              <a:rPr lang="en-US" sz="800" b="0" dirty="0">
                <a:solidFill>
                  <a:srgbClr val="DF65AC"/>
                </a:solidFill>
                <a:effectLst/>
                <a:latin typeface="Consolas" panose="020B0609020204030204" pitchFamily="49" charset="0"/>
              </a:rPr>
              <a:t>"</a:t>
            </a:r>
            <a:r>
              <a:rPr lang="en-US" sz="800" b="0" dirty="0">
                <a:solidFill>
                  <a:srgbClr val="E07DBA"/>
                </a:solidFill>
                <a:effectLst/>
                <a:latin typeface="Consolas" panose="020B0609020204030204" pitchFamily="49" charset="0"/>
              </a:rPr>
              <a:t>bounds</a:t>
            </a:r>
            <a:r>
              <a:rPr lang="en-US" sz="800" b="0" dirty="0">
                <a:solidFill>
                  <a:srgbClr val="DF65AC"/>
                </a:solidFill>
                <a:effectLst/>
                <a:latin typeface="Consolas" panose="020B0609020204030204" pitchFamily="49" charset="0"/>
              </a:rPr>
              <a:t>"</a:t>
            </a:r>
            <a:r>
              <a:rPr lang="en-US" sz="800" b="1" dirty="0">
                <a:solidFill>
                  <a:srgbClr val="BBBBBB"/>
                </a:solidFill>
                <a:effectLst/>
                <a:latin typeface="Consolas" panose="020B0609020204030204" pitchFamily="49" charset="0"/>
              </a:rPr>
              <a:t>:</a:t>
            </a:r>
            <a:r>
              <a:rPr lang="en-US" sz="800" b="0" dirty="0">
                <a:solidFill>
                  <a:srgbClr val="AA93DD"/>
                </a:solidFill>
                <a:effectLst/>
                <a:latin typeface="Consolas" panose="020B0609020204030204" pitchFamily="49" charset="0"/>
              </a:rPr>
              <a:t> </a:t>
            </a:r>
            <a:r>
              <a:rPr lang="en-US" sz="800" dirty="0">
                <a:solidFill>
                  <a:srgbClr val="BBBBBB"/>
                </a:solidFill>
                <a:latin typeface="Consolas" panose="020B0609020204030204" pitchFamily="49" charset="0"/>
              </a:rPr>
              <a:t>[</a:t>
            </a:r>
            <a:r>
              <a:rPr lang="en-US" sz="800" b="0" dirty="0">
                <a:solidFill>
                  <a:srgbClr val="BBBBBB"/>
                </a:solidFill>
                <a:effectLst/>
                <a:latin typeface="Consolas" panose="020B0609020204030204" pitchFamily="49" charset="0"/>
              </a:rPr>
              <a:t>[</a:t>
            </a:r>
            <a:r>
              <a:rPr lang="en-US" sz="800" b="0" dirty="0">
                <a:solidFill>
                  <a:srgbClr val="DF65AC"/>
                </a:solidFill>
                <a:effectLst/>
                <a:latin typeface="Consolas" panose="020B0609020204030204" pitchFamily="49" charset="0"/>
              </a:rPr>
              <a:t>0</a:t>
            </a:r>
            <a:r>
              <a:rPr lang="en-US" sz="800" b="1" dirty="0">
                <a:solidFill>
                  <a:srgbClr val="BBBBBB"/>
                </a:solidFill>
                <a:effectLst/>
                <a:latin typeface="Consolas" panose="020B0609020204030204" pitchFamily="49" charset="0"/>
              </a:rPr>
              <a:t>,</a:t>
            </a:r>
            <a:r>
              <a:rPr lang="en-US" sz="800" b="0" dirty="0">
                <a:solidFill>
                  <a:srgbClr val="AA93DD"/>
                </a:solidFill>
                <a:effectLst/>
                <a:latin typeface="Consolas" panose="020B0609020204030204" pitchFamily="49" charset="0"/>
              </a:rPr>
              <a:t> </a:t>
            </a:r>
            <a:r>
              <a:rPr lang="en-US" sz="800" b="0" dirty="0">
                <a:solidFill>
                  <a:srgbClr val="DF65AC"/>
                </a:solidFill>
                <a:effectLst/>
                <a:latin typeface="Consolas" panose="020B0609020204030204" pitchFamily="49" charset="0"/>
              </a:rPr>
              <a:t>1</a:t>
            </a:r>
            <a:r>
              <a:rPr lang="en-US" sz="800" b="0" dirty="0">
                <a:solidFill>
                  <a:srgbClr val="BBBBBB"/>
                </a:solidFill>
                <a:effectLst/>
                <a:latin typeface="Consolas" panose="020B0609020204030204" pitchFamily="49" charset="0"/>
              </a:rPr>
              <a:t>]</a:t>
            </a:r>
            <a:r>
              <a:rPr lang="en-US" sz="800" b="1" dirty="0">
                <a:solidFill>
                  <a:srgbClr val="BBBBBB"/>
                </a:solidFill>
                <a:effectLst/>
                <a:latin typeface="Consolas" panose="020B0609020204030204" pitchFamily="49" charset="0"/>
              </a:rPr>
              <a:t>,</a:t>
            </a:r>
            <a:r>
              <a:rPr lang="en-US" sz="800" b="0" dirty="0">
                <a:solidFill>
                  <a:srgbClr val="AA93DD"/>
                </a:solidFill>
                <a:effectLst/>
                <a:latin typeface="Consolas" panose="020B0609020204030204" pitchFamily="49" charset="0"/>
              </a:rPr>
              <a:t> </a:t>
            </a:r>
            <a:r>
              <a:rPr lang="en-US" sz="800" b="0" dirty="0">
                <a:solidFill>
                  <a:srgbClr val="BBBBBB"/>
                </a:solidFill>
                <a:effectLst/>
                <a:latin typeface="Consolas" panose="020B0609020204030204" pitchFamily="49" charset="0"/>
              </a:rPr>
              <a:t>[</a:t>
            </a:r>
            <a:r>
              <a:rPr lang="en-US" sz="800" b="0" dirty="0">
                <a:solidFill>
                  <a:srgbClr val="DF65AC"/>
                </a:solidFill>
                <a:effectLst/>
                <a:latin typeface="Consolas" panose="020B0609020204030204" pitchFamily="49" charset="0"/>
              </a:rPr>
              <a:t>0</a:t>
            </a:r>
            <a:r>
              <a:rPr lang="en-US" sz="800" b="1" dirty="0">
                <a:solidFill>
                  <a:srgbClr val="BBBBBB"/>
                </a:solidFill>
                <a:effectLst/>
                <a:latin typeface="Consolas" panose="020B0609020204030204" pitchFamily="49" charset="0"/>
              </a:rPr>
              <a:t>,</a:t>
            </a:r>
            <a:r>
              <a:rPr lang="en-US" sz="800" b="0" dirty="0">
                <a:solidFill>
                  <a:srgbClr val="AA93DD"/>
                </a:solidFill>
                <a:effectLst/>
                <a:latin typeface="Consolas" panose="020B0609020204030204" pitchFamily="49" charset="0"/>
              </a:rPr>
              <a:t> </a:t>
            </a:r>
            <a:r>
              <a:rPr lang="en-US" sz="800" b="0" dirty="0">
                <a:solidFill>
                  <a:srgbClr val="DF65AC"/>
                </a:solidFill>
                <a:effectLst/>
                <a:latin typeface="Consolas" panose="020B0609020204030204" pitchFamily="49" charset="0"/>
              </a:rPr>
              <a:t>1</a:t>
            </a:r>
            <a:r>
              <a:rPr lang="en-US" sz="800" b="0" dirty="0">
                <a:solidFill>
                  <a:srgbClr val="BBBBBB"/>
                </a:solidFill>
                <a:effectLst/>
                <a:latin typeface="Consolas" panose="020B0609020204030204" pitchFamily="49" charset="0"/>
              </a:rPr>
              <a:t>]],</a:t>
            </a:r>
          </a:p>
          <a:p>
            <a:r>
              <a:rPr lang="en-US" sz="800" dirty="0">
                <a:solidFill>
                  <a:srgbClr val="AA93DD"/>
                </a:solidFill>
                <a:latin typeface="Consolas" panose="020B0609020204030204" pitchFamily="49" charset="0"/>
              </a:rPr>
              <a:t>    </a:t>
            </a:r>
            <a:r>
              <a:rPr lang="en-US" sz="800" dirty="0">
                <a:solidFill>
                  <a:srgbClr val="DF65AC"/>
                </a:solidFill>
                <a:latin typeface="Consolas" panose="020B0609020204030204" pitchFamily="49" charset="0"/>
              </a:rPr>
              <a:t>“</a:t>
            </a:r>
            <a:r>
              <a:rPr lang="en-US" sz="800" dirty="0">
                <a:solidFill>
                  <a:srgbClr val="E07DBA"/>
                </a:solidFill>
                <a:latin typeface="Consolas" panose="020B0609020204030204" pitchFamily="49" charset="0"/>
              </a:rPr>
              <a:t>groups</a:t>
            </a:r>
            <a:r>
              <a:rPr lang="en-US" sz="800" dirty="0">
                <a:solidFill>
                  <a:srgbClr val="DF65AC"/>
                </a:solidFill>
                <a:latin typeface="Consolas" panose="020B0609020204030204" pitchFamily="49" charset="0"/>
              </a:rPr>
              <a:t>"</a:t>
            </a:r>
            <a:r>
              <a:rPr lang="en-US" sz="800" b="1" dirty="0">
                <a:solidFill>
                  <a:srgbClr val="BBBBBB"/>
                </a:solidFill>
                <a:latin typeface="Consolas" panose="020B0609020204030204" pitchFamily="49" charset="0"/>
              </a:rPr>
              <a:t>:</a:t>
            </a:r>
            <a:r>
              <a:rPr lang="en-US" sz="800" dirty="0">
                <a:solidFill>
                  <a:srgbClr val="AA93DD"/>
                </a:solidFill>
                <a:latin typeface="Consolas" panose="020B0609020204030204" pitchFamily="49" charset="0"/>
              </a:rPr>
              <a:t> </a:t>
            </a:r>
            <a:r>
              <a:rPr lang="en-US" sz="800" dirty="0">
                <a:solidFill>
                  <a:srgbClr val="BBBBBB"/>
                </a:solidFill>
                <a:latin typeface="Consolas" panose="020B0609020204030204" pitchFamily="49" charset="0"/>
              </a:rPr>
              <a:t>[</a:t>
            </a:r>
            <a:r>
              <a:rPr lang="en-US" sz="800" dirty="0">
                <a:solidFill>
                  <a:srgbClr val="DF65AC"/>
                </a:solidFill>
                <a:latin typeface="Consolas" panose="020B0609020204030204" pitchFamily="49" charset="0"/>
              </a:rPr>
              <a:t>“G1”, “G2</a:t>
            </a:r>
            <a:r>
              <a:rPr lang="en-US" sz="800" dirty="0">
                <a:solidFill>
                  <a:srgbClr val="BBBBBB"/>
                </a:solidFill>
                <a:latin typeface="Consolas" panose="020B0609020204030204" pitchFamily="49" charset="0"/>
              </a:rPr>
              <a:t>]</a:t>
            </a:r>
            <a:endParaRPr lang="en-US" sz="800" b="0" dirty="0">
              <a:solidFill>
                <a:srgbClr val="BBBBBB"/>
              </a:solidFill>
              <a:effectLst/>
              <a:latin typeface="Consolas" panose="020B0609020204030204" pitchFamily="49" charset="0"/>
            </a:endParaRPr>
          </a:p>
          <a:p>
            <a:pPr>
              <a:buNone/>
            </a:pPr>
            <a:r>
              <a:rPr lang="en-US" sz="800" b="0" dirty="0">
                <a:solidFill>
                  <a:srgbClr val="DF65AC"/>
                </a:solidFill>
                <a:effectLst/>
                <a:latin typeface="Consolas" panose="020B0609020204030204" pitchFamily="49" charset="0"/>
              </a:rPr>
              <a:t>}</a:t>
            </a:r>
          </a:p>
        </p:txBody>
      </p:sp>
      <p:sp>
        <p:nvSpPr>
          <p:cNvPr id="53" name="TextBox 52">
            <a:extLst>
              <a:ext uri="{FF2B5EF4-FFF2-40B4-BE49-F238E27FC236}">
                <a16:creationId xmlns:a16="http://schemas.microsoft.com/office/drawing/2014/main" id="{ED713752-A353-74B1-099F-4CEEEDEA3DC1}"/>
              </a:ext>
            </a:extLst>
          </p:cNvPr>
          <p:cNvSpPr txBox="1"/>
          <p:nvPr/>
        </p:nvSpPr>
        <p:spPr>
          <a:xfrm>
            <a:off x="4282853" y="2238867"/>
            <a:ext cx="6729918" cy="215444"/>
          </a:xfrm>
          <a:prstGeom prst="rect">
            <a:avLst/>
          </a:prstGeom>
          <a:noFill/>
        </p:spPr>
        <p:txBody>
          <a:bodyPr wrap="square" rtlCol="0">
            <a:spAutoFit/>
          </a:bodyPr>
          <a:lstStyle/>
          <a:p>
            <a:r>
              <a:rPr lang="en-US" sz="800" b="1" noProof="0" dirty="0">
                <a:solidFill>
                  <a:schemeClr val="tx2"/>
                </a:solidFill>
              </a:rPr>
              <a:t>To do:  </a:t>
            </a:r>
            <a:r>
              <a:rPr lang="en-US" sz="800" noProof="0" dirty="0">
                <a:solidFill>
                  <a:schemeClr val="tx2"/>
                </a:solidFill>
              </a:rPr>
              <a:t>implement a class function that allows to select the sampling method and samples the data</a:t>
            </a:r>
          </a:p>
        </p:txBody>
      </p:sp>
      <p:cxnSp>
        <p:nvCxnSpPr>
          <p:cNvPr id="54" name="Straight Arrow Connector 53">
            <a:extLst>
              <a:ext uri="{FF2B5EF4-FFF2-40B4-BE49-F238E27FC236}">
                <a16:creationId xmlns:a16="http://schemas.microsoft.com/office/drawing/2014/main" id="{E5F14404-95BF-7422-65BD-2F57C01B1C51}"/>
              </a:ext>
            </a:extLst>
          </p:cNvPr>
          <p:cNvCxnSpPr>
            <a:cxnSpLocks/>
          </p:cNvCxnSpPr>
          <p:nvPr/>
        </p:nvCxnSpPr>
        <p:spPr>
          <a:xfrm>
            <a:off x="3340433" y="2318560"/>
            <a:ext cx="775706" cy="0"/>
          </a:xfrm>
          <a:prstGeom prst="straightConnector1">
            <a:avLst/>
          </a:prstGeom>
          <a:ln w="19050">
            <a:solidFill>
              <a:srgbClr val="A7657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B7B0C288-38B4-6055-613D-47EDBDABF841}"/>
              </a:ext>
            </a:extLst>
          </p:cNvPr>
          <p:cNvSpPr txBox="1"/>
          <p:nvPr/>
        </p:nvSpPr>
        <p:spPr>
          <a:xfrm>
            <a:off x="9343885" y="2167678"/>
            <a:ext cx="2964273" cy="541943"/>
          </a:xfrm>
          <a:prstGeom prst="rect">
            <a:avLst/>
          </a:prstGeom>
          <a:solidFill>
            <a:schemeClr val="tx1"/>
          </a:solidFill>
        </p:spPr>
        <p:txBody>
          <a:bodyPr wrap="square">
            <a:spAutoFit/>
          </a:bodyPr>
          <a:lstStyle/>
          <a:p>
            <a:pPr>
              <a:lnSpc>
                <a:spcPts val="1200"/>
              </a:lnSpc>
              <a:buNone/>
            </a:pPr>
            <a:r>
              <a:rPr lang="pt-BR" sz="800" dirty="0">
                <a:solidFill>
                  <a:srgbClr val="DF65AC"/>
                </a:solidFill>
                <a:latin typeface="Consolas" panose="020B0609020204030204" pitchFamily="49" charset="0"/>
              </a:rPr>
              <a:t>from</a:t>
            </a:r>
            <a:r>
              <a:rPr lang="pt-BR" sz="800" dirty="0">
                <a:solidFill>
                  <a:srgbClr val="AA93DD"/>
                </a:solidFill>
                <a:latin typeface="Consolas" panose="020B0609020204030204" pitchFamily="49" charset="0"/>
              </a:rPr>
              <a:t> SALib</a:t>
            </a:r>
            <a:r>
              <a:rPr lang="pt-BR" sz="800" b="1" dirty="0">
                <a:solidFill>
                  <a:srgbClr val="BBBBBB"/>
                </a:solidFill>
                <a:latin typeface="Consolas" panose="020B0609020204030204" pitchFamily="49" charset="0"/>
              </a:rPr>
              <a:t>.</a:t>
            </a:r>
            <a:r>
              <a:rPr lang="pt-BR" sz="800" dirty="0">
                <a:solidFill>
                  <a:srgbClr val="AA93DD"/>
                </a:solidFill>
                <a:latin typeface="Consolas" panose="020B0609020204030204" pitchFamily="49" charset="0"/>
              </a:rPr>
              <a:t>sample</a:t>
            </a:r>
            <a:r>
              <a:rPr lang="pt-BR" sz="800" b="1" dirty="0">
                <a:solidFill>
                  <a:srgbClr val="BBBBBB"/>
                </a:solidFill>
                <a:latin typeface="Consolas" panose="020B0609020204030204" pitchFamily="49" charset="0"/>
              </a:rPr>
              <a:t>.</a:t>
            </a:r>
            <a:r>
              <a:rPr lang="pt-BR" sz="800" dirty="0">
                <a:solidFill>
                  <a:srgbClr val="AA93DD"/>
                </a:solidFill>
                <a:latin typeface="Consolas" panose="020B0609020204030204" pitchFamily="49" charset="0"/>
              </a:rPr>
              <a:t>morris </a:t>
            </a:r>
            <a:r>
              <a:rPr lang="pt-BR" sz="800" dirty="0">
                <a:solidFill>
                  <a:srgbClr val="DF65AC"/>
                </a:solidFill>
                <a:latin typeface="Consolas" panose="020B0609020204030204" pitchFamily="49" charset="0"/>
              </a:rPr>
              <a:t>import</a:t>
            </a:r>
            <a:r>
              <a:rPr lang="pt-BR" sz="800" dirty="0">
                <a:solidFill>
                  <a:srgbClr val="AA93DD"/>
                </a:solidFill>
                <a:latin typeface="Consolas" panose="020B0609020204030204" pitchFamily="49" charset="0"/>
              </a:rPr>
              <a:t> sample</a:t>
            </a:r>
          </a:p>
          <a:p>
            <a:pPr>
              <a:lnSpc>
                <a:spcPts val="1200"/>
              </a:lnSpc>
              <a:buNone/>
            </a:pPr>
            <a:endParaRPr lang="pt-BR" sz="800" dirty="0">
              <a:solidFill>
                <a:srgbClr val="BBBBBB"/>
              </a:solidFill>
              <a:latin typeface="Consolas" panose="020B0609020204030204" pitchFamily="49" charset="0"/>
            </a:endParaRPr>
          </a:p>
          <a:p>
            <a:pPr>
              <a:lnSpc>
                <a:spcPts val="1200"/>
              </a:lnSpc>
              <a:buNone/>
            </a:pPr>
            <a:r>
              <a:rPr lang="pt-BR" sz="800" dirty="0">
                <a:solidFill>
                  <a:srgbClr val="AA93DD"/>
                </a:solidFill>
                <a:latin typeface="Consolas" panose="020B0609020204030204" pitchFamily="49" charset="0"/>
              </a:rPr>
              <a:t>X0 </a:t>
            </a:r>
            <a:r>
              <a:rPr lang="pt-BR" sz="800" dirty="0">
                <a:solidFill>
                  <a:srgbClr val="BBBBBB"/>
                </a:solidFill>
                <a:latin typeface="Consolas" panose="020B0609020204030204" pitchFamily="49" charset="0"/>
              </a:rPr>
              <a:t>=</a:t>
            </a:r>
            <a:r>
              <a:rPr lang="pt-BR" sz="800" dirty="0">
                <a:solidFill>
                  <a:srgbClr val="AA93DD"/>
                </a:solidFill>
                <a:latin typeface="Consolas" panose="020B0609020204030204" pitchFamily="49" charset="0"/>
              </a:rPr>
              <a:t> </a:t>
            </a:r>
            <a:r>
              <a:rPr lang="pt-BR" sz="800" dirty="0">
                <a:solidFill>
                  <a:srgbClr val="AFCBFF"/>
                </a:solidFill>
                <a:latin typeface="Consolas" panose="020B0609020204030204" pitchFamily="49" charset="0"/>
              </a:rPr>
              <a:t>sample</a:t>
            </a:r>
            <a:r>
              <a:rPr lang="pt-BR" sz="800" dirty="0">
                <a:solidFill>
                  <a:srgbClr val="DF65AC"/>
                </a:solidFill>
                <a:latin typeface="Consolas" panose="020B0609020204030204" pitchFamily="49" charset="0"/>
              </a:rPr>
              <a:t>(</a:t>
            </a:r>
            <a:r>
              <a:rPr lang="pt-BR" sz="800" dirty="0">
                <a:solidFill>
                  <a:srgbClr val="AA93DD"/>
                </a:solidFill>
                <a:latin typeface="Consolas" panose="020B0609020204030204" pitchFamily="49" charset="0"/>
              </a:rPr>
              <a:t>problem2</a:t>
            </a:r>
            <a:r>
              <a:rPr lang="pt-BR" sz="800" b="1" dirty="0">
                <a:solidFill>
                  <a:srgbClr val="BBBBBB"/>
                </a:solidFill>
                <a:latin typeface="Consolas" panose="020B0609020204030204" pitchFamily="49" charset="0"/>
              </a:rPr>
              <a:t>,</a:t>
            </a:r>
            <a:r>
              <a:rPr lang="pt-BR" sz="800" dirty="0">
                <a:solidFill>
                  <a:srgbClr val="AA93DD"/>
                </a:solidFill>
                <a:latin typeface="Consolas" panose="020B0609020204030204" pitchFamily="49" charset="0"/>
              </a:rPr>
              <a:t> </a:t>
            </a:r>
            <a:r>
              <a:rPr lang="pt-BR" sz="800" dirty="0">
                <a:solidFill>
                  <a:srgbClr val="AFCBFF"/>
                </a:solidFill>
                <a:latin typeface="Consolas" panose="020B0609020204030204" pitchFamily="49" charset="0"/>
              </a:rPr>
              <a:t>N</a:t>
            </a:r>
            <a:r>
              <a:rPr lang="pt-BR" sz="800" dirty="0">
                <a:solidFill>
                  <a:srgbClr val="BBBBBB"/>
                </a:solidFill>
                <a:latin typeface="Consolas" panose="020B0609020204030204" pitchFamily="49" charset="0"/>
              </a:rPr>
              <a:t>=</a:t>
            </a:r>
            <a:r>
              <a:rPr lang="pt-BR" sz="800" dirty="0">
                <a:solidFill>
                  <a:srgbClr val="DF65AC"/>
                </a:solidFill>
                <a:latin typeface="Consolas" panose="020B0609020204030204" pitchFamily="49" charset="0"/>
              </a:rPr>
              <a:t>6</a:t>
            </a:r>
            <a:r>
              <a:rPr lang="pt-BR" sz="800" b="1" dirty="0">
                <a:solidFill>
                  <a:srgbClr val="BBBBBB"/>
                </a:solidFill>
                <a:latin typeface="Consolas" panose="020B0609020204030204" pitchFamily="49" charset="0"/>
              </a:rPr>
              <a:t>,</a:t>
            </a:r>
            <a:r>
              <a:rPr lang="pt-BR" sz="800" dirty="0">
                <a:solidFill>
                  <a:srgbClr val="AA93DD"/>
                </a:solidFill>
                <a:latin typeface="Consolas" panose="020B0609020204030204" pitchFamily="49" charset="0"/>
              </a:rPr>
              <a:t> </a:t>
            </a:r>
            <a:r>
              <a:rPr lang="pt-BR" sz="800" dirty="0">
                <a:solidFill>
                  <a:srgbClr val="AFCBFF"/>
                </a:solidFill>
                <a:latin typeface="Consolas" panose="020B0609020204030204" pitchFamily="49" charset="0"/>
              </a:rPr>
              <a:t>num_levels</a:t>
            </a:r>
            <a:r>
              <a:rPr lang="pt-BR" sz="800" dirty="0">
                <a:solidFill>
                  <a:srgbClr val="BBBBBB"/>
                </a:solidFill>
                <a:latin typeface="Consolas" panose="020B0609020204030204" pitchFamily="49" charset="0"/>
              </a:rPr>
              <a:t>=</a:t>
            </a:r>
            <a:r>
              <a:rPr lang="pt-BR" sz="800" dirty="0">
                <a:solidFill>
                  <a:srgbClr val="DF65AC"/>
                </a:solidFill>
                <a:latin typeface="Consolas" panose="020B0609020204030204" pitchFamily="49" charset="0"/>
              </a:rPr>
              <a:t>4</a:t>
            </a:r>
            <a:r>
              <a:rPr lang="pt-BR" sz="800" b="1" dirty="0">
                <a:solidFill>
                  <a:srgbClr val="BBBBBB"/>
                </a:solidFill>
                <a:latin typeface="Consolas" panose="020B0609020204030204" pitchFamily="49" charset="0"/>
              </a:rPr>
              <a:t>, </a:t>
            </a:r>
            <a:r>
              <a:rPr lang="pt-BR" sz="800" dirty="0">
                <a:solidFill>
                  <a:srgbClr val="AFCBFF"/>
                </a:solidFill>
                <a:latin typeface="Consolas" panose="020B0609020204030204" pitchFamily="49" charset="0"/>
              </a:rPr>
              <a:t>seed</a:t>
            </a:r>
            <a:r>
              <a:rPr lang="pt-BR" sz="800" dirty="0">
                <a:solidFill>
                  <a:srgbClr val="BBBBBB"/>
                </a:solidFill>
                <a:latin typeface="Consolas" panose="020B0609020204030204" pitchFamily="49" charset="0"/>
              </a:rPr>
              <a:t>=</a:t>
            </a:r>
            <a:r>
              <a:rPr lang="pt-BR" sz="800" dirty="0">
                <a:solidFill>
                  <a:srgbClr val="DF65AC"/>
                </a:solidFill>
                <a:latin typeface="Consolas" panose="020B0609020204030204" pitchFamily="49" charset="0"/>
              </a:rPr>
              <a:t>123)</a:t>
            </a:r>
            <a:endParaRPr lang="en-US" sz="800" dirty="0">
              <a:solidFill>
                <a:srgbClr val="DF65AC"/>
              </a:solidFill>
              <a:latin typeface="Consolas" panose="020B0609020204030204" pitchFamily="49" charset="0"/>
            </a:endParaRPr>
          </a:p>
        </p:txBody>
      </p:sp>
      <p:sp>
        <p:nvSpPr>
          <p:cNvPr id="58" name="TextBox 57">
            <a:extLst>
              <a:ext uri="{FF2B5EF4-FFF2-40B4-BE49-F238E27FC236}">
                <a16:creationId xmlns:a16="http://schemas.microsoft.com/office/drawing/2014/main" id="{77BC1E2D-0567-66E8-E56C-193ED4456A3E}"/>
              </a:ext>
            </a:extLst>
          </p:cNvPr>
          <p:cNvSpPr txBox="1"/>
          <p:nvPr/>
        </p:nvSpPr>
        <p:spPr>
          <a:xfrm>
            <a:off x="270547" y="2508813"/>
            <a:ext cx="3252814" cy="430887"/>
          </a:xfrm>
          <a:prstGeom prst="rect">
            <a:avLst/>
          </a:prstGeom>
          <a:noFill/>
        </p:spPr>
        <p:txBody>
          <a:bodyPr wrap="none" rtlCol="0">
            <a:spAutoFit/>
          </a:bodyPr>
          <a:lstStyle>
            <a:defPPr>
              <a:defRPr lang="it-IT"/>
            </a:defPPr>
            <a:lvl1pPr>
              <a:defRPr sz="1100" b="1">
                <a:solidFill>
                  <a:schemeClr val="tx2"/>
                </a:solidFill>
              </a:defRPr>
            </a:lvl1pPr>
          </a:lstStyle>
          <a:p>
            <a:r>
              <a:rPr lang="it-IT" dirty="0"/>
              <a:t>Save the </a:t>
            </a:r>
            <a:r>
              <a:rPr lang="it-IT" dirty="0" err="1"/>
              <a:t>sampled</a:t>
            </a:r>
            <a:r>
              <a:rPr lang="it-IT" dirty="0"/>
              <a:t> data in a </a:t>
            </a:r>
            <a:r>
              <a:rPr lang="it-IT" dirty="0" err="1"/>
              <a:t>database</a:t>
            </a:r>
            <a:r>
              <a:rPr lang="it-IT" dirty="0" err="1">
                <a:latin typeface="Abadi ExtraLight" panose="020B0204020104020204" pitchFamily="34" charset="0"/>
              </a:rPr>
              <a:t>_</a:t>
            </a:r>
            <a:r>
              <a:rPr lang="it-IT" dirty="0" err="1"/>
              <a:t>GSA.db</a:t>
            </a:r>
            <a:endParaRPr lang="it-IT" dirty="0"/>
          </a:p>
          <a:p>
            <a:endParaRPr lang="en-US" b="0" dirty="0"/>
          </a:p>
        </p:txBody>
      </p:sp>
      <p:pic>
        <p:nvPicPr>
          <p:cNvPr id="64" name="Picture 63">
            <a:extLst>
              <a:ext uri="{FF2B5EF4-FFF2-40B4-BE49-F238E27FC236}">
                <a16:creationId xmlns:a16="http://schemas.microsoft.com/office/drawing/2014/main" id="{C58D7C2F-2DE1-E5E0-B87C-330A880C6176}"/>
              </a:ext>
            </a:extLst>
          </p:cNvPr>
          <p:cNvPicPr>
            <a:picLocks noChangeAspect="1"/>
          </p:cNvPicPr>
          <p:nvPr/>
        </p:nvPicPr>
        <p:blipFill>
          <a:blip r:embed="rId2"/>
          <a:srcRect r="40294"/>
          <a:stretch>
            <a:fillRect/>
          </a:stretch>
        </p:blipFill>
        <p:spPr>
          <a:xfrm>
            <a:off x="1958155" y="3171072"/>
            <a:ext cx="4018164" cy="1044579"/>
          </a:xfrm>
          <a:prstGeom prst="rect">
            <a:avLst/>
          </a:prstGeom>
        </p:spPr>
      </p:pic>
      <p:sp>
        <p:nvSpPr>
          <p:cNvPr id="65" name="TextBox 64">
            <a:extLst>
              <a:ext uri="{FF2B5EF4-FFF2-40B4-BE49-F238E27FC236}">
                <a16:creationId xmlns:a16="http://schemas.microsoft.com/office/drawing/2014/main" id="{10A86E5E-02D9-E83A-75FC-508519A25CBF}"/>
              </a:ext>
            </a:extLst>
          </p:cNvPr>
          <p:cNvSpPr txBox="1"/>
          <p:nvPr/>
        </p:nvSpPr>
        <p:spPr>
          <a:xfrm>
            <a:off x="411496" y="3278575"/>
            <a:ext cx="1839573" cy="200055"/>
          </a:xfrm>
          <a:prstGeom prst="rect">
            <a:avLst/>
          </a:prstGeom>
          <a:noFill/>
        </p:spPr>
        <p:txBody>
          <a:bodyPr wrap="square" rtlCol="0">
            <a:spAutoFit/>
          </a:bodyPr>
          <a:lstStyle/>
          <a:p>
            <a:r>
              <a:rPr lang="it-IT" sz="700" dirty="0" err="1">
                <a:solidFill>
                  <a:schemeClr val="tx2"/>
                </a:solidFill>
              </a:rPr>
              <a:t>Table</a:t>
            </a:r>
            <a:r>
              <a:rPr lang="it-IT" sz="700" dirty="0">
                <a:solidFill>
                  <a:schemeClr val="tx2"/>
                </a:solidFill>
              </a:rPr>
              <a:t>: </a:t>
            </a:r>
            <a:r>
              <a:rPr lang="it-IT" sz="700" dirty="0" err="1">
                <a:solidFill>
                  <a:schemeClr val="tx2"/>
                </a:solidFill>
              </a:rPr>
              <a:t>uncertain</a:t>
            </a:r>
            <a:r>
              <a:rPr lang="it-IT" sz="700" dirty="0">
                <a:solidFill>
                  <a:schemeClr val="tx2"/>
                </a:solidFill>
              </a:rPr>
              <a:t> </a:t>
            </a:r>
            <a:r>
              <a:rPr lang="it-IT" sz="700" dirty="0" err="1">
                <a:solidFill>
                  <a:schemeClr val="tx2"/>
                </a:solidFill>
              </a:rPr>
              <a:t>variable</a:t>
            </a:r>
            <a:endParaRPr lang="en-US" sz="700" dirty="0">
              <a:solidFill>
                <a:schemeClr val="tx2"/>
              </a:solidFill>
            </a:endParaRPr>
          </a:p>
        </p:txBody>
      </p:sp>
      <p:cxnSp>
        <p:nvCxnSpPr>
          <p:cNvPr id="66" name="Straight Arrow Connector 65">
            <a:extLst>
              <a:ext uri="{FF2B5EF4-FFF2-40B4-BE49-F238E27FC236}">
                <a16:creationId xmlns:a16="http://schemas.microsoft.com/office/drawing/2014/main" id="{CBB06A21-6ED2-F91E-1229-9B414FA153DA}"/>
              </a:ext>
            </a:extLst>
          </p:cNvPr>
          <p:cNvCxnSpPr>
            <a:cxnSpLocks/>
          </p:cNvCxnSpPr>
          <p:nvPr/>
        </p:nvCxnSpPr>
        <p:spPr>
          <a:xfrm>
            <a:off x="1591368" y="3386438"/>
            <a:ext cx="427956" cy="184384"/>
          </a:xfrm>
          <a:prstGeom prst="straightConnector1">
            <a:avLst/>
          </a:prstGeom>
          <a:ln w="19050">
            <a:solidFill>
              <a:srgbClr val="A7657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736767C7-509B-8751-A28D-5E0765CA79E9}"/>
              </a:ext>
            </a:extLst>
          </p:cNvPr>
          <p:cNvSpPr txBox="1"/>
          <p:nvPr/>
        </p:nvSpPr>
        <p:spPr>
          <a:xfrm>
            <a:off x="6343105" y="2670883"/>
            <a:ext cx="1839573" cy="200055"/>
          </a:xfrm>
          <a:prstGeom prst="rect">
            <a:avLst/>
          </a:prstGeom>
          <a:noFill/>
        </p:spPr>
        <p:txBody>
          <a:bodyPr wrap="square" rtlCol="0">
            <a:spAutoFit/>
          </a:bodyPr>
          <a:lstStyle/>
          <a:p>
            <a:r>
              <a:rPr lang="it-IT" sz="700" dirty="0" err="1">
                <a:solidFill>
                  <a:schemeClr val="tx2"/>
                </a:solidFill>
              </a:rPr>
              <a:t>Sampled</a:t>
            </a:r>
            <a:r>
              <a:rPr lang="it-IT" sz="700" dirty="0">
                <a:solidFill>
                  <a:schemeClr val="tx2"/>
                </a:solidFill>
              </a:rPr>
              <a:t> </a:t>
            </a:r>
            <a:r>
              <a:rPr lang="it-IT" sz="700" dirty="0" err="1">
                <a:solidFill>
                  <a:schemeClr val="tx2"/>
                </a:solidFill>
              </a:rPr>
              <a:t>value</a:t>
            </a:r>
            <a:r>
              <a:rPr lang="it-IT" sz="700" dirty="0">
                <a:solidFill>
                  <a:schemeClr val="tx2"/>
                </a:solidFill>
              </a:rPr>
              <a:t> </a:t>
            </a:r>
            <a:endParaRPr lang="en-US" sz="700" dirty="0">
              <a:solidFill>
                <a:schemeClr val="tx2"/>
              </a:solidFill>
            </a:endParaRPr>
          </a:p>
        </p:txBody>
      </p:sp>
      <p:cxnSp>
        <p:nvCxnSpPr>
          <p:cNvPr id="68" name="Straight Arrow Connector 67">
            <a:extLst>
              <a:ext uri="{FF2B5EF4-FFF2-40B4-BE49-F238E27FC236}">
                <a16:creationId xmlns:a16="http://schemas.microsoft.com/office/drawing/2014/main" id="{99CA1F64-8137-AE83-D85E-DE6F285BDAE4}"/>
              </a:ext>
            </a:extLst>
          </p:cNvPr>
          <p:cNvCxnSpPr>
            <a:cxnSpLocks/>
          </p:cNvCxnSpPr>
          <p:nvPr/>
        </p:nvCxnSpPr>
        <p:spPr>
          <a:xfrm>
            <a:off x="4408228" y="2903065"/>
            <a:ext cx="108630" cy="363499"/>
          </a:xfrm>
          <a:prstGeom prst="straightConnector1">
            <a:avLst/>
          </a:prstGeom>
          <a:ln w="19050">
            <a:solidFill>
              <a:srgbClr val="A7657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47ACE7A5-82B3-053A-8FC9-52CB509C25BB}"/>
              </a:ext>
            </a:extLst>
          </p:cNvPr>
          <p:cNvSpPr txBox="1"/>
          <p:nvPr/>
        </p:nvSpPr>
        <p:spPr>
          <a:xfrm>
            <a:off x="3799276" y="2728799"/>
            <a:ext cx="1839573" cy="200055"/>
          </a:xfrm>
          <a:prstGeom prst="rect">
            <a:avLst/>
          </a:prstGeom>
          <a:noFill/>
        </p:spPr>
        <p:txBody>
          <a:bodyPr wrap="square" rtlCol="0">
            <a:spAutoFit/>
          </a:bodyPr>
          <a:lstStyle/>
          <a:p>
            <a:r>
              <a:rPr lang="it-IT" sz="700" b="1" dirty="0" err="1">
                <a:solidFill>
                  <a:schemeClr val="tx2"/>
                </a:solidFill>
              </a:rPr>
              <a:t>Add</a:t>
            </a:r>
            <a:r>
              <a:rPr lang="it-IT" sz="700" b="1" dirty="0">
                <a:solidFill>
                  <a:schemeClr val="tx2"/>
                </a:solidFill>
              </a:rPr>
              <a:t>:</a:t>
            </a:r>
            <a:r>
              <a:rPr lang="it-IT" sz="700" dirty="0">
                <a:solidFill>
                  <a:schemeClr val="tx2"/>
                </a:solidFill>
              </a:rPr>
              <a:t> Sample id</a:t>
            </a:r>
            <a:endParaRPr lang="en-US" sz="700" dirty="0">
              <a:solidFill>
                <a:schemeClr val="tx2"/>
              </a:solidFill>
            </a:endParaRPr>
          </a:p>
        </p:txBody>
      </p:sp>
      <p:pic>
        <p:nvPicPr>
          <p:cNvPr id="73" name="Picture 72">
            <a:extLst>
              <a:ext uri="{FF2B5EF4-FFF2-40B4-BE49-F238E27FC236}">
                <a16:creationId xmlns:a16="http://schemas.microsoft.com/office/drawing/2014/main" id="{1AF96126-2593-E93F-EDA9-9BC793130E6C}"/>
              </a:ext>
            </a:extLst>
          </p:cNvPr>
          <p:cNvPicPr>
            <a:picLocks noChangeAspect="1"/>
          </p:cNvPicPr>
          <p:nvPr/>
        </p:nvPicPr>
        <p:blipFill>
          <a:blip r:embed="rId2"/>
          <a:srcRect l="79172" r="9053"/>
          <a:stretch>
            <a:fillRect/>
          </a:stretch>
        </p:blipFill>
        <p:spPr>
          <a:xfrm>
            <a:off x="5946866" y="3171071"/>
            <a:ext cx="792479" cy="1044579"/>
          </a:xfrm>
          <a:prstGeom prst="rect">
            <a:avLst/>
          </a:prstGeom>
        </p:spPr>
      </p:pic>
      <p:cxnSp>
        <p:nvCxnSpPr>
          <p:cNvPr id="74" name="Straight Arrow Connector 73">
            <a:extLst>
              <a:ext uri="{FF2B5EF4-FFF2-40B4-BE49-F238E27FC236}">
                <a16:creationId xmlns:a16="http://schemas.microsoft.com/office/drawing/2014/main" id="{00538D06-133A-6FE0-AC0B-FC6948E4C956}"/>
              </a:ext>
            </a:extLst>
          </p:cNvPr>
          <p:cNvCxnSpPr>
            <a:cxnSpLocks/>
          </p:cNvCxnSpPr>
          <p:nvPr/>
        </p:nvCxnSpPr>
        <p:spPr>
          <a:xfrm flipH="1">
            <a:off x="6302116" y="2944499"/>
            <a:ext cx="378776" cy="313835"/>
          </a:xfrm>
          <a:prstGeom prst="straightConnector1">
            <a:avLst/>
          </a:prstGeom>
          <a:ln w="19050">
            <a:solidFill>
              <a:srgbClr val="A7657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7" name="TextBox 106">
            <a:extLst>
              <a:ext uri="{FF2B5EF4-FFF2-40B4-BE49-F238E27FC236}">
                <a16:creationId xmlns:a16="http://schemas.microsoft.com/office/drawing/2014/main" id="{E12795B3-3C41-49D9-10C3-543BC657CF5D}"/>
              </a:ext>
            </a:extLst>
          </p:cNvPr>
          <p:cNvSpPr txBox="1"/>
          <p:nvPr/>
        </p:nvSpPr>
        <p:spPr>
          <a:xfrm>
            <a:off x="331748" y="3851481"/>
            <a:ext cx="1839573" cy="200055"/>
          </a:xfrm>
          <a:prstGeom prst="rect">
            <a:avLst/>
          </a:prstGeom>
          <a:noFill/>
        </p:spPr>
        <p:txBody>
          <a:bodyPr wrap="square" rtlCol="0">
            <a:spAutoFit/>
          </a:bodyPr>
          <a:lstStyle/>
          <a:p>
            <a:r>
              <a:rPr lang="it-IT" sz="700" dirty="0" err="1">
                <a:solidFill>
                  <a:schemeClr val="tx2"/>
                </a:solidFill>
              </a:rPr>
              <a:t>Table</a:t>
            </a:r>
            <a:r>
              <a:rPr lang="it-IT" sz="700" dirty="0">
                <a:solidFill>
                  <a:schemeClr val="tx2"/>
                </a:solidFill>
              </a:rPr>
              <a:t>: GSA </a:t>
            </a:r>
            <a:r>
              <a:rPr lang="it-IT" sz="700" dirty="0" err="1">
                <a:solidFill>
                  <a:schemeClr val="tx2"/>
                </a:solidFill>
              </a:rPr>
              <a:t>Measure</a:t>
            </a:r>
            <a:endParaRPr lang="en-US" sz="700" dirty="0">
              <a:solidFill>
                <a:schemeClr val="tx2"/>
              </a:solidFill>
            </a:endParaRPr>
          </a:p>
        </p:txBody>
      </p:sp>
      <p:cxnSp>
        <p:nvCxnSpPr>
          <p:cNvPr id="108" name="Straight Arrow Connector 107">
            <a:extLst>
              <a:ext uri="{FF2B5EF4-FFF2-40B4-BE49-F238E27FC236}">
                <a16:creationId xmlns:a16="http://schemas.microsoft.com/office/drawing/2014/main" id="{5534E23E-1022-00FE-E1C2-E128A4F41542}"/>
              </a:ext>
            </a:extLst>
          </p:cNvPr>
          <p:cNvCxnSpPr>
            <a:cxnSpLocks/>
          </p:cNvCxnSpPr>
          <p:nvPr/>
        </p:nvCxnSpPr>
        <p:spPr>
          <a:xfrm>
            <a:off x="1544201" y="3979740"/>
            <a:ext cx="520336" cy="71796"/>
          </a:xfrm>
          <a:prstGeom prst="straightConnector1">
            <a:avLst/>
          </a:prstGeom>
          <a:ln w="19050">
            <a:solidFill>
              <a:srgbClr val="A7657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86AA9B06-56BF-A4D9-2F7D-0CB9356B98AE}"/>
              </a:ext>
            </a:extLst>
          </p:cNvPr>
          <p:cNvSpPr txBox="1"/>
          <p:nvPr/>
        </p:nvSpPr>
        <p:spPr>
          <a:xfrm>
            <a:off x="379546" y="2785981"/>
            <a:ext cx="2804778" cy="234167"/>
          </a:xfrm>
          <a:prstGeom prst="rect">
            <a:avLst/>
          </a:prstGeom>
          <a:solidFill>
            <a:schemeClr val="tx1"/>
          </a:solidFill>
        </p:spPr>
        <p:txBody>
          <a:bodyPr wrap="square">
            <a:spAutoFit/>
          </a:bodyPr>
          <a:lstStyle/>
          <a:p>
            <a:pPr>
              <a:lnSpc>
                <a:spcPts val="1200"/>
              </a:lnSpc>
              <a:defRPr/>
            </a:pPr>
            <a:r>
              <a:rPr lang="en-US" sz="800" dirty="0" err="1">
                <a:solidFill>
                  <a:srgbClr val="AA93DD"/>
                </a:solidFill>
                <a:latin typeface="Consolas" panose="020B0609020204030204" pitchFamily="49" charset="0"/>
              </a:rPr>
              <a:t>model</a:t>
            </a:r>
            <a:r>
              <a:rPr lang="en-US" sz="800" b="1" dirty="0" err="1">
                <a:solidFill>
                  <a:srgbClr val="BBBBBB"/>
                </a:solidFill>
                <a:latin typeface="Consolas" panose="020B0609020204030204" pitchFamily="49" charset="0"/>
              </a:rPr>
              <a:t>.</a:t>
            </a:r>
            <a:r>
              <a:rPr lang="en-US" sz="800" dirty="0" err="1">
                <a:solidFill>
                  <a:srgbClr val="AFCBFF"/>
                </a:solidFill>
                <a:latin typeface="Consolas" panose="020B0609020204030204" pitchFamily="49" charset="0"/>
              </a:rPr>
              <a:t>load_sampled_data_to_sqlite_database</a:t>
            </a:r>
            <a:r>
              <a:rPr lang="en-US" sz="800" dirty="0">
                <a:solidFill>
                  <a:srgbClr val="DF65AC"/>
                </a:solidFill>
                <a:latin typeface="Consolas" panose="020B0609020204030204" pitchFamily="49" charset="0"/>
              </a:rPr>
              <a:t>()</a:t>
            </a:r>
            <a:endParaRPr lang="en-US" sz="800" dirty="0">
              <a:solidFill>
                <a:srgbClr val="BBBBBB"/>
              </a:solidFill>
              <a:latin typeface="Consolas" panose="020B0609020204030204" pitchFamily="49" charset="0"/>
            </a:endParaRPr>
          </a:p>
        </p:txBody>
      </p:sp>
      <p:sp>
        <p:nvSpPr>
          <p:cNvPr id="10" name="TextBox 9">
            <a:extLst>
              <a:ext uri="{FF2B5EF4-FFF2-40B4-BE49-F238E27FC236}">
                <a16:creationId xmlns:a16="http://schemas.microsoft.com/office/drawing/2014/main" id="{2B650AF8-6572-AA79-A558-1B5285513774}"/>
              </a:ext>
            </a:extLst>
          </p:cNvPr>
          <p:cNvSpPr txBox="1"/>
          <p:nvPr/>
        </p:nvSpPr>
        <p:spPr>
          <a:xfrm>
            <a:off x="270547" y="5405109"/>
            <a:ext cx="2797377" cy="1311385"/>
          </a:xfrm>
          <a:prstGeom prst="rect">
            <a:avLst/>
          </a:prstGeom>
          <a:solidFill>
            <a:schemeClr val="tx1"/>
          </a:solidFill>
        </p:spPr>
        <p:txBody>
          <a:bodyPr wrap="square">
            <a:spAutoFit/>
          </a:bodyPr>
          <a:lstStyle/>
          <a:p>
            <a:pPr>
              <a:lnSpc>
                <a:spcPts val="1200"/>
              </a:lnSpc>
              <a:defRPr/>
            </a:pPr>
            <a:r>
              <a:rPr lang="en-US" sz="800" dirty="0" err="1">
                <a:solidFill>
                  <a:srgbClr val="AA93DD"/>
                </a:solidFill>
                <a:latin typeface="Consolas" panose="020B0609020204030204" pitchFamily="49" charset="0"/>
              </a:rPr>
              <a:t>model</a:t>
            </a:r>
            <a:r>
              <a:rPr lang="en-US" sz="800" b="1" dirty="0" err="1">
                <a:solidFill>
                  <a:srgbClr val="BBBBBB"/>
                </a:solidFill>
                <a:latin typeface="Consolas" panose="020B0609020204030204" pitchFamily="49" charset="0"/>
              </a:rPr>
              <a:t>.</a:t>
            </a:r>
            <a:r>
              <a:rPr lang="en-US" sz="800" dirty="0" err="1">
                <a:solidFill>
                  <a:srgbClr val="AFCBFF"/>
                </a:solidFill>
                <a:latin typeface="Consolas" panose="020B0609020204030204" pitchFamily="49" charset="0"/>
              </a:rPr>
              <a:t>load_sampled_data_to_sqlite_database</a:t>
            </a:r>
            <a:r>
              <a:rPr lang="en-US" sz="800" dirty="0">
                <a:solidFill>
                  <a:srgbClr val="DF65AC"/>
                </a:solidFill>
                <a:latin typeface="Consolas" panose="020B0609020204030204" pitchFamily="49" charset="0"/>
              </a:rPr>
              <a:t>()</a:t>
            </a:r>
          </a:p>
          <a:p>
            <a:pPr>
              <a:lnSpc>
                <a:spcPts val="1200"/>
              </a:lnSpc>
              <a:defRPr/>
            </a:pPr>
            <a:endParaRPr lang="en-US" sz="800" dirty="0">
              <a:solidFill>
                <a:srgbClr val="DF65AC"/>
              </a:solidFill>
              <a:latin typeface="Consolas" panose="020B0609020204030204" pitchFamily="49" charset="0"/>
            </a:endParaRPr>
          </a:p>
          <a:p>
            <a:pPr>
              <a:lnSpc>
                <a:spcPts val="1200"/>
              </a:lnSpc>
              <a:defRPr/>
            </a:pPr>
            <a:r>
              <a:rPr lang="en-US" sz="800" dirty="0" err="1">
                <a:solidFill>
                  <a:srgbClr val="AA93DD"/>
                </a:solidFill>
                <a:latin typeface="Consolas" panose="020B0609020204030204" pitchFamily="49" charset="0"/>
              </a:rPr>
              <a:t>model</a:t>
            </a:r>
            <a:r>
              <a:rPr lang="en-US" sz="800" b="1" dirty="0" err="1">
                <a:solidFill>
                  <a:srgbClr val="BBBBBB"/>
                </a:solidFill>
                <a:latin typeface="Consolas" panose="020B0609020204030204" pitchFamily="49" charset="0"/>
              </a:rPr>
              <a:t>.</a:t>
            </a:r>
            <a:r>
              <a:rPr lang="en-US" sz="800" dirty="0" err="1">
                <a:solidFill>
                  <a:srgbClr val="AFCBFF"/>
                </a:solidFill>
                <a:latin typeface="Consolas" panose="020B0609020204030204" pitchFamily="49" charset="0"/>
              </a:rPr>
              <a:t>initialize_problems</a:t>
            </a:r>
            <a:r>
              <a:rPr lang="en-US" sz="800" dirty="0">
                <a:solidFill>
                  <a:srgbClr val="DF65AC"/>
                </a:solidFill>
                <a:latin typeface="Consolas" panose="020B0609020204030204" pitchFamily="49" charset="0"/>
              </a:rPr>
              <a:t>()</a:t>
            </a:r>
          </a:p>
          <a:p>
            <a:pPr>
              <a:lnSpc>
                <a:spcPts val="1200"/>
              </a:lnSpc>
              <a:defRPr/>
            </a:pPr>
            <a:r>
              <a:rPr lang="en-US" sz="800" dirty="0" err="1">
                <a:solidFill>
                  <a:srgbClr val="AA93DD"/>
                </a:solidFill>
                <a:latin typeface="Consolas" panose="020B0609020204030204" pitchFamily="49" charset="0"/>
              </a:rPr>
              <a:t>model</a:t>
            </a:r>
            <a:r>
              <a:rPr lang="en-US" sz="800" b="1" dirty="0" err="1">
                <a:solidFill>
                  <a:srgbClr val="BBBBBB"/>
                </a:solidFill>
                <a:latin typeface="Consolas" panose="020B0609020204030204" pitchFamily="49" charset="0"/>
              </a:rPr>
              <a:t>.</a:t>
            </a:r>
            <a:r>
              <a:rPr lang="en-US" sz="800" dirty="0" err="1">
                <a:solidFill>
                  <a:srgbClr val="AFCBFF"/>
                </a:solidFill>
                <a:latin typeface="Consolas" panose="020B0609020204030204" pitchFamily="49" charset="0"/>
              </a:rPr>
              <a:t>run_model</a:t>
            </a:r>
            <a:r>
              <a:rPr lang="en-US" sz="800" dirty="0">
                <a:solidFill>
                  <a:srgbClr val="DF65AC"/>
                </a:solidFill>
                <a:latin typeface="Consolas" panose="020B0609020204030204" pitchFamily="49" charset="0"/>
              </a:rPr>
              <a:t>()</a:t>
            </a:r>
          </a:p>
          <a:p>
            <a:pPr>
              <a:lnSpc>
                <a:spcPts val="1200"/>
              </a:lnSpc>
              <a:defRPr/>
            </a:pPr>
            <a:endParaRPr lang="en-US" sz="800" dirty="0">
              <a:solidFill>
                <a:srgbClr val="DF65AC"/>
              </a:solidFill>
              <a:latin typeface="Consolas" panose="020B0609020204030204" pitchFamily="49" charset="0"/>
            </a:endParaRPr>
          </a:p>
          <a:p>
            <a:pPr>
              <a:lnSpc>
                <a:spcPts val="1200"/>
              </a:lnSpc>
              <a:defRPr/>
            </a:pPr>
            <a:r>
              <a:rPr lang="en-US" sz="800" dirty="0" err="1">
                <a:solidFill>
                  <a:srgbClr val="AA93DD"/>
                </a:solidFill>
                <a:latin typeface="Consolas" panose="020B0609020204030204" pitchFamily="49" charset="0"/>
              </a:rPr>
              <a:t>model</a:t>
            </a:r>
            <a:r>
              <a:rPr lang="en-US" sz="800" b="1" dirty="0" err="1">
                <a:solidFill>
                  <a:srgbClr val="BBBBBB"/>
                </a:solidFill>
                <a:latin typeface="Consolas" panose="020B0609020204030204" pitchFamily="49" charset="0"/>
              </a:rPr>
              <a:t>.</a:t>
            </a:r>
            <a:r>
              <a:rPr lang="en-US" sz="800" dirty="0" err="1">
                <a:solidFill>
                  <a:srgbClr val="AFCBFF"/>
                </a:solidFill>
                <a:latin typeface="Consolas" panose="020B0609020204030204" pitchFamily="49" charset="0"/>
              </a:rPr>
              <a:t>load_measures_to_GSA_database</a:t>
            </a:r>
            <a:r>
              <a:rPr lang="en-US" sz="800" dirty="0">
                <a:solidFill>
                  <a:srgbClr val="DF65AC"/>
                </a:solidFill>
                <a:latin typeface="Consolas" panose="020B0609020204030204" pitchFamily="49" charset="0"/>
              </a:rPr>
              <a:t>()</a:t>
            </a:r>
          </a:p>
          <a:p>
            <a:pPr>
              <a:lnSpc>
                <a:spcPts val="1200"/>
              </a:lnSpc>
              <a:defRPr/>
            </a:pPr>
            <a:endParaRPr lang="en-US" sz="800" dirty="0">
              <a:solidFill>
                <a:srgbClr val="BBBBBB"/>
              </a:solidFill>
              <a:latin typeface="Consolas" panose="020B0609020204030204" pitchFamily="49" charset="0"/>
            </a:endParaRPr>
          </a:p>
          <a:p>
            <a:pPr>
              <a:lnSpc>
                <a:spcPts val="1200"/>
              </a:lnSpc>
              <a:defRPr/>
            </a:pPr>
            <a:r>
              <a:rPr lang="en-US" sz="800" dirty="0">
                <a:solidFill>
                  <a:srgbClr val="AA93DD"/>
                </a:solidFill>
                <a:latin typeface="Consolas" panose="020B0609020204030204" pitchFamily="49" charset="0"/>
              </a:rPr>
              <a:t>Si </a:t>
            </a:r>
            <a:r>
              <a:rPr lang="en-US" sz="800" dirty="0">
                <a:solidFill>
                  <a:srgbClr val="BBBBBB"/>
                </a:solidFill>
                <a:latin typeface="Consolas" panose="020B0609020204030204" pitchFamily="49" charset="0"/>
              </a:rPr>
              <a:t>=</a:t>
            </a:r>
            <a:r>
              <a:rPr lang="en-US" sz="800" dirty="0">
                <a:solidFill>
                  <a:srgbClr val="AA93DD"/>
                </a:solidFill>
                <a:latin typeface="Consolas" panose="020B0609020204030204" pitchFamily="49" charset="0"/>
              </a:rPr>
              <a:t> </a:t>
            </a:r>
            <a:r>
              <a:rPr lang="en-US" sz="800" dirty="0">
                <a:solidFill>
                  <a:srgbClr val="AFCBFF"/>
                </a:solidFill>
                <a:latin typeface="Consolas" panose="020B0609020204030204" pitchFamily="49" charset="0"/>
              </a:rPr>
              <a:t>analyze</a:t>
            </a:r>
            <a:r>
              <a:rPr lang="en-US" sz="800" dirty="0">
                <a:solidFill>
                  <a:srgbClr val="DF65AC"/>
                </a:solidFill>
                <a:latin typeface="Consolas" panose="020B0609020204030204" pitchFamily="49" charset="0"/>
              </a:rPr>
              <a:t>(</a:t>
            </a:r>
            <a:r>
              <a:rPr lang="en-US" sz="800" dirty="0">
                <a:solidFill>
                  <a:srgbClr val="AA93DD"/>
                </a:solidFill>
                <a:latin typeface="Consolas" panose="020B0609020204030204" pitchFamily="49" charset="0"/>
              </a:rPr>
              <a:t>…</a:t>
            </a:r>
            <a:r>
              <a:rPr lang="en-US" sz="800" dirty="0">
                <a:solidFill>
                  <a:srgbClr val="DF65AC"/>
                </a:solidFill>
                <a:latin typeface="Consolas" panose="020B0609020204030204" pitchFamily="49" charset="0"/>
              </a:rPr>
              <a:t>)</a:t>
            </a:r>
            <a:endParaRPr lang="en-US" sz="800" dirty="0">
              <a:solidFill>
                <a:srgbClr val="BBBBBB"/>
              </a:solidFill>
              <a:latin typeface="Consolas" panose="020B0609020204030204" pitchFamily="49" charset="0"/>
            </a:endParaRPr>
          </a:p>
        </p:txBody>
      </p:sp>
      <p:pic>
        <p:nvPicPr>
          <p:cNvPr id="11" name="Picture 10">
            <a:extLst>
              <a:ext uri="{FF2B5EF4-FFF2-40B4-BE49-F238E27FC236}">
                <a16:creationId xmlns:a16="http://schemas.microsoft.com/office/drawing/2014/main" id="{9E7DA333-E9ED-7A50-4802-2C237E3B384F}"/>
              </a:ext>
            </a:extLst>
          </p:cNvPr>
          <p:cNvPicPr>
            <a:picLocks noChangeAspect="1"/>
          </p:cNvPicPr>
          <p:nvPr/>
        </p:nvPicPr>
        <p:blipFill>
          <a:blip r:embed="rId3"/>
          <a:stretch>
            <a:fillRect/>
          </a:stretch>
        </p:blipFill>
        <p:spPr>
          <a:xfrm>
            <a:off x="68569" y="2896446"/>
            <a:ext cx="409940" cy="409940"/>
          </a:xfrm>
          <a:prstGeom prst="rect">
            <a:avLst/>
          </a:prstGeom>
        </p:spPr>
      </p:pic>
      <p:pic>
        <p:nvPicPr>
          <p:cNvPr id="12" name="Picture 11">
            <a:extLst>
              <a:ext uri="{FF2B5EF4-FFF2-40B4-BE49-F238E27FC236}">
                <a16:creationId xmlns:a16="http://schemas.microsoft.com/office/drawing/2014/main" id="{A9A7382B-8D0B-B5C2-0FEA-263F63FEBD46}"/>
              </a:ext>
            </a:extLst>
          </p:cNvPr>
          <p:cNvPicPr>
            <a:picLocks noChangeAspect="1"/>
          </p:cNvPicPr>
          <p:nvPr/>
        </p:nvPicPr>
        <p:blipFill>
          <a:blip r:embed="rId3"/>
          <a:stretch>
            <a:fillRect/>
          </a:stretch>
        </p:blipFill>
        <p:spPr>
          <a:xfrm>
            <a:off x="107100" y="1934758"/>
            <a:ext cx="409940" cy="409940"/>
          </a:xfrm>
          <a:prstGeom prst="rect">
            <a:avLst/>
          </a:prstGeom>
        </p:spPr>
      </p:pic>
      <p:pic>
        <p:nvPicPr>
          <p:cNvPr id="13" name="Picture 12">
            <a:extLst>
              <a:ext uri="{FF2B5EF4-FFF2-40B4-BE49-F238E27FC236}">
                <a16:creationId xmlns:a16="http://schemas.microsoft.com/office/drawing/2014/main" id="{8C59F5BF-9CFD-2071-BCFF-5ABC47DDC3E4}"/>
              </a:ext>
            </a:extLst>
          </p:cNvPr>
          <p:cNvPicPr>
            <a:picLocks noChangeAspect="1"/>
          </p:cNvPicPr>
          <p:nvPr/>
        </p:nvPicPr>
        <p:blipFill>
          <a:blip r:embed="rId3"/>
          <a:stretch>
            <a:fillRect/>
          </a:stretch>
        </p:blipFill>
        <p:spPr>
          <a:xfrm>
            <a:off x="12205" y="5360512"/>
            <a:ext cx="295913" cy="295913"/>
          </a:xfrm>
          <a:prstGeom prst="rect">
            <a:avLst/>
          </a:prstGeom>
        </p:spPr>
      </p:pic>
      <p:sp>
        <p:nvSpPr>
          <p:cNvPr id="14" name="TextBox 13">
            <a:extLst>
              <a:ext uri="{FF2B5EF4-FFF2-40B4-BE49-F238E27FC236}">
                <a16:creationId xmlns:a16="http://schemas.microsoft.com/office/drawing/2014/main" id="{C839345A-8530-E20D-16FB-8B39ACCDF682}"/>
              </a:ext>
            </a:extLst>
          </p:cNvPr>
          <p:cNvSpPr txBox="1"/>
          <p:nvPr/>
        </p:nvSpPr>
        <p:spPr>
          <a:xfrm>
            <a:off x="331748" y="4813208"/>
            <a:ext cx="2804778" cy="234167"/>
          </a:xfrm>
          <a:prstGeom prst="rect">
            <a:avLst/>
          </a:prstGeom>
          <a:solidFill>
            <a:schemeClr val="tx1"/>
          </a:solidFill>
        </p:spPr>
        <p:txBody>
          <a:bodyPr wrap="square">
            <a:spAutoFit/>
          </a:bodyPr>
          <a:lstStyle/>
          <a:p>
            <a:pPr>
              <a:lnSpc>
                <a:spcPts val="1200"/>
              </a:lnSpc>
              <a:defRPr/>
            </a:pPr>
            <a:r>
              <a:rPr lang="en-US" sz="800" dirty="0" err="1">
                <a:solidFill>
                  <a:srgbClr val="AA93DD"/>
                </a:solidFill>
                <a:latin typeface="Consolas" panose="020B0609020204030204" pitchFamily="49" charset="0"/>
              </a:rPr>
              <a:t>model</a:t>
            </a:r>
            <a:r>
              <a:rPr lang="en-US" sz="800" b="1" dirty="0" err="1">
                <a:solidFill>
                  <a:srgbClr val="BBBBBB"/>
                </a:solidFill>
                <a:latin typeface="Consolas" panose="020B0609020204030204" pitchFamily="49" charset="0"/>
              </a:rPr>
              <a:t>.</a:t>
            </a:r>
            <a:r>
              <a:rPr lang="en-US" sz="800" dirty="0" err="1">
                <a:solidFill>
                  <a:srgbClr val="AFCBFF"/>
                </a:solidFill>
                <a:latin typeface="Consolas" panose="020B0609020204030204" pitchFamily="49" charset="0"/>
              </a:rPr>
              <a:t>load_exogenous_data_to_sqlite_database</a:t>
            </a:r>
            <a:r>
              <a:rPr lang="en-US" sz="800" dirty="0">
                <a:solidFill>
                  <a:srgbClr val="DF65AC"/>
                </a:solidFill>
                <a:latin typeface="Consolas" panose="020B0609020204030204" pitchFamily="49" charset="0"/>
              </a:rPr>
              <a:t>()</a:t>
            </a:r>
            <a:endParaRPr lang="en-US" sz="800" dirty="0">
              <a:solidFill>
                <a:srgbClr val="BBBBBB"/>
              </a:solidFill>
              <a:latin typeface="Consolas" panose="020B0609020204030204" pitchFamily="49" charset="0"/>
            </a:endParaRPr>
          </a:p>
        </p:txBody>
      </p:sp>
      <p:cxnSp>
        <p:nvCxnSpPr>
          <p:cNvPr id="17" name="Straight Arrow Connector 16">
            <a:extLst>
              <a:ext uri="{FF2B5EF4-FFF2-40B4-BE49-F238E27FC236}">
                <a16:creationId xmlns:a16="http://schemas.microsoft.com/office/drawing/2014/main" id="{0923A341-8FDA-603F-7CED-C15CB95F1CC6}"/>
              </a:ext>
            </a:extLst>
          </p:cNvPr>
          <p:cNvCxnSpPr/>
          <p:nvPr/>
        </p:nvCxnSpPr>
        <p:spPr>
          <a:xfrm>
            <a:off x="3216274" y="4878805"/>
            <a:ext cx="583002" cy="0"/>
          </a:xfrm>
          <a:prstGeom prst="straightConnector1">
            <a:avLst/>
          </a:prstGeom>
          <a:ln w="19050">
            <a:solidFill>
              <a:srgbClr val="A7657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441BA41-8711-CA3A-EC3D-0C2FE8AD7CAD}"/>
              </a:ext>
            </a:extLst>
          </p:cNvPr>
          <p:cNvSpPr txBox="1"/>
          <p:nvPr/>
        </p:nvSpPr>
        <p:spPr>
          <a:xfrm>
            <a:off x="3799275" y="4804018"/>
            <a:ext cx="2804778" cy="200055"/>
          </a:xfrm>
          <a:prstGeom prst="rect">
            <a:avLst/>
          </a:prstGeom>
          <a:noFill/>
        </p:spPr>
        <p:txBody>
          <a:bodyPr wrap="square" rtlCol="0">
            <a:spAutoFit/>
          </a:bodyPr>
          <a:lstStyle/>
          <a:p>
            <a:r>
              <a:rPr lang="it-IT" sz="700" dirty="0">
                <a:solidFill>
                  <a:schemeClr val="tx2"/>
                </a:solidFill>
              </a:rPr>
              <a:t>Load </a:t>
            </a:r>
            <a:r>
              <a:rPr lang="it-IT" sz="700" dirty="0" err="1">
                <a:solidFill>
                  <a:schemeClr val="tx2"/>
                </a:solidFill>
              </a:rPr>
              <a:t>deterministic</a:t>
            </a:r>
            <a:r>
              <a:rPr lang="it-IT" sz="700" dirty="0">
                <a:solidFill>
                  <a:schemeClr val="tx2"/>
                </a:solidFill>
              </a:rPr>
              <a:t> data </a:t>
            </a:r>
            <a:r>
              <a:rPr lang="it-IT" sz="700" dirty="0" err="1">
                <a:solidFill>
                  <a:schemeClr val="tx2"/>
                </a:solidFill>
              </a:rPr>
              <a:t>that</a:t>
            </a:r>
            <a:r>
              <a:rPr lang="it-IT" sz="700" dirty="0">
                <a:solidFill>
                  <a:schemeClr val="tx2"/>
                </a:solidFill>
              </a:rPr>
              <a:t> do </a:t>
            </a:r>
            <a:r>
              <a:rPr lang="it-IT" sz="700" dirty="0" err="1">
                <a:solidFill>
                  <a:schemeClr val="tx2"/>
                </a:solidFill>
              </a:rPr>
              <a:t>not</a:t>
            </a:r>
            <a:r>
              <a:rPr lang="it-IT" sz="700" dirty="0">
                <a:solidFill>
                  <a:schemeClr val="tx2"/>
                </a:solidFill>
              </a:rPr>
              <a:t> </a:t>
            </a:r>
            <a:r>
              <a:rPr lang="it-IT" sz="700" dirty="0" err="1">
                <a:solidFill>
                  <a:schemeClr val="tx2"/>
                </a:solidFill>
              </a:rPr>
              <a:t>change</a:t>
            </a:r>
            <a:r>
              <a:rPr lang="it-IT" sz="700" dirty="0">
                <a:solidFill>
                  <a:schemeClr val="tx2"/>
                </a:solidFill>
              </a:rPr>
              <a:t> </a:t>
            </a:r>
            <a:r>
              <a:rPr lang="it-IT" sz="700" dirty="0" err="1">
                <a:solidFill>
                  <a:schemeClr val="tx2"/>
                </a:solidFill>
              </a:rPr>
              <a:t>between</a:t>
            </a:r>
            <a:r>
              <a:rPr lang="it-IT" sz="700" dirty="0">
                <a:solidFill>
                  <a:schemeClr val="tx2"/>
                </a:solidFill>
              </a:rPr>
              <a:t> </a:t>
            </a:r>
            <a:r>
              <a:rPr lang="it-IT" sz="700" dirty="0" err="1">
                <a:solidFill>
                  <a:schemeClr val="tx2"/>
                </a:solidFill>
              </a:rPr>
              <a:t>runs</a:t>
            </a:r>
            <a:endParaRPr lang="en-US" sz="700" dirty="0">
              <a:solidFill>
                <a:schemeClr val="tx2"/>
              </a:solidFill>
            </a:endParaRPr>
          </a:p>
        </p:txBody>
      </p:sp>
      <p:cxnSp>
        <p:nvCxnSpPr>
          <p:cNvPr id="19" name="Straight Arrow Connector 18">
            <a:extLst>
              <a:ext uri="{FF2B5EF4-FFF2-40B4-BE49-F238E27FC236}">
                <a16:creationId xmlns:a16="http://schemas.microsoft.com/office/drawing/2014/main" id="{AAE3BB0A-B780-BA20-CAD5-2F974DFB0F4B}"/>
              </a:ext>
            </a:extLst>
          </p:cNvPr>
          <p:cNvCxnSpPr/>
          <p:nvPr/>
        </p:nvCxnSpPr>
        <p:spPr>
          <a:xfrm>
            <a:off x="3122026" y="5516719"/>
            <a:ext cx="583002" cy="0"/>
          </a:xfrm>
          <a:prstGeom prst="straightConnector1">
            <a:avLst/>
          </a:prstGeom>
          <a:ln w="19050">
            <a:solidFill>
              <a:srgbClr val="A7657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11A42B7-F380-7E38-597A-EA0BE1D32FC4}"/>
              </a:ext>
            </a:extLst>
          </p:cNvPr>
          <p:cNvSpPr txBox="1"/>
          <p:nvPr/>
        </p:nvSpPr>
        <p:spPr>
          <a:xfrm>
            <a:off x="3705026" y="5441932"/>
            <a:ext cx="3772599" cy="200055"/>
          </a:xfrm>
          <a:prstGeom prst="rect">
            <a:avLst/>
          </a:prstGeom>
          <a:noFill/>
        </p:spPr>
        <p:txBody>
          <a:bodyPr wrap="square" rtlCol="0">
            <a:spAutoFit/>
          </a:bodyPr>
          <a:lstStyle/>
          <a:p>
            <a:r>
              <a:rPr lang="it-IT" sz="700" dirty="0">
                <a:solidFill>
                  <a:schemeClr val="tx2"/>
                </a:solidFill>
              </a:rPr>
              <a:t>Load </a:t>
            </a:r>
            <a:r>
              <a:rPr lang="it-IT" sz="700" dirty="0" err="1">
                <a:solidFill>
                  <a:schemeClr val="tx2"/>
                </a:solidFill>
              </a:rPr>
              <a:t>sample</a:t>
            </a:r>
            <a:r>
              <a:rPr lang="it-IT" sz="700" dirty="0" err="1">
                <a:solidFill>
                  <a:schemeClr val="tx2"/>
                </a:solidFill>
                <a:latin typeface="Abadi ExtraLight" panose="020B0204020104020204" pitchFamily="34" charset="0"/>
              </a:rPr>
              <a:t>_</a:t>
            </a:r>
            <a:r>
              <a:rPr lang="it-IT" sz="700" dirty="0" err="1">
                <a:solidFill>
                  <a:schemeClr val="tx2"/>
                </a:solidFill>
              </a:rPr>
              <a:t>id</a:t>
            </a:r>
            <a:r>
              <a:rPr lang="it-IT" sz="700" dirty="0">
                <a:solidFill>
                  <a:schemeClr val="tx2"/>
                </a:solidFill>
              </a:rPr>
              <a:t>=r data from </a:t>
            </a:r>
            <a:r>
              <a:rPr lang="it-IT" sz="700" dirty="0" err="1">
                <a:solidFill>
                  <a:schemeClr val="tx2"/>
                </a:solidFill>
              </a:rPr>
              <a:t>GSA.db</a:t>
            </a:r>
            <a:r>
              <a:rPr lang="it-IT" sz="700" dirty="0">
                <a:solidFill>
                  <a:schemeClr val="tx2"/>
                </a:solidFill>
              </a:rPr>
              <a:t> to </a:t>
            </a:r>
            <a:r>
              <a:rPr lang="it-IT" sz="700" dirty="0" err="1">
                <a:solidFill>
                  <a:schemeClr val="tx2"/>
                </a:solidFill>
              </a:rPr>
              <a:t>database.db</a:t>
            </a:r>
            <a:r>
              <a:rPr lang="it-IT" sz="700" dirty="0">
                <a:solidFill>
                  <a:schemeClr val="tx2"/>
                </a:solidFill>
              </a:rPr>
              <a:t> and </a:t>
            </a:r>
            <a:r>
              <a:rPr lang="it-IT" sz="700" dirty="0" err="1">
                <a:solidFill>
                  <a:schemeClr val="tx2"/>
                </a:solidFill>
              </a:rPr>
              <a:t>run</a:t>
            </a:r>
            <a:r>
              <a:rPr lang="it-IT" sz="700" dirty="0">
                <a:solidFill>
                  <a:schemeClr val="tx2"/>
                </a:solidFill>
              </a:rPr>
              <a:t> model and </a:t>
            </a:r>
            <a:r>
              <a:rPr lang="it-IT" sz="700" dirty="0" err="1">
                <a:solidFill>
                  <a:schemeClr val="tx2"/>
                </a:solidFill>
              </a:rPr>
              <a:t>run</a:t>
            </a:r>
            <a:r>
              <a:rPr lang="it-IT" sz="700" dirty="0">
                <a:solidFill>
                  <a:schemeClr val="tx2"/>
                </a:solidFill>
              </a:rPr>
              <a:t> model</a:t>
            </a:r>
            <a:endParaRPr lang="en-US" sz="700" dirty="0">
              <a:solidFill>
                <a:schemeClr val="tx2"/>
              </a:solidFill>
            </a:endParaRPr>
          </a:p>
        </p:txBody>
      </p:sp>
      <p:sp>
        <p:nvSpPr>
          <p:cNvPr id="21" name="TextBox 20">
            <a:extLst>
              <a:ext uri="{FF2B5EF4-FFF2-40B4-BE49-F238E27FC236}">
                <a16:creationId xmlns:a16="http://schemas.microsoft.com/office/drawing/2014/main" id="{5FB2E583-5298-EAA0-0D23-FDF2737A64B7}"/>
              </a:ext>
            </a:extLst>
          </p:cNvPr>
          <p:cNvSpPr txBox="1"/>
          <p:nvPr/>
        </p:nvSpPr>
        <p:spPr>
          <a:xfrm>
            <a:off x="221330" y="5146934"/>
            <a:ext cx="1797994" cy="215444"/>
          </a:xfrm>
          <a:prstGeom prst="rect">
            <a:avLst/>
          </a:prstGeom>
          <a:noFill/>
        </p:spPr>
        <p:txBody>
          <a:bodyPr wrap="square" rtlCol="0">
            <a:spAutoFit/>
          </a:bodyPr>
          <a:lstStyle>
            <a:defPPr>
              <a:defRPr lang="it-IT"/>
            </a:defPPr>
            <a:lvl1pPr>
              <a:defRPr sz="700">
                <a:solidFill>
                  <a:schemeClr val="tx2"/>
                </a:solidFill>
              </a:defRPr>
            </a:lvl1pPr>
          </a:lstStyle>
          <a:p>
            <a:r>
              <a:rPr lang="it-IT" sz="800" b="1" dirty="0"/>
              <a:t>for r in [1, …, </a:t>
            </a:r>
            <a:r>
              <a:rPr lang="it-IT" sz="800" b="1" dirty="0" err="1">
                <a:latin typeface="+mj-lt"/>
              </a:rPr>
              <a:t>n</a:t>
            </a:r>
            <a:r>
              <a:rPr lang="it-IT" sz="800" b="1" dirty="0" err="1">
                <a:latin typeface="Abadi ExtraLight" panose="020B0204020104020204" pitchFamily="34" charset="0"/>
              </a:rPr>
              <a:t>_</a:t>
            </a:r>
            <a:r>
              <a:rPr lang="it-IT" sz="800" b="1" dirty="0" err="1"/>
              <a:t>runs</a:t>
            </a:r>
            <a:r>
              <a:rPr lang="it-IT" sz="800" b="1" dirty="0"/>
              <a:t>]</a:t>
            </a:r>
            <a:endParaRPr lang="en-US" sz="800" b="1" dirty="0"/>
          </a:p>
        </p:txBody>
      </p:sp>
      <p:cxnSp>
        <p:nvCxnSpPr>
          <p:cNvPr id="28" name="Straight Arrow Connector 27">
            <a:extLst>
              <a:ext uri="{FF2B5EF4-FFF2-40B4-BE49-F238E27FC236}">
                <a16:creationId xmlns:a16="http://schemas.microsoft.com/office/drawing/2014/main" id="{94B87F1E-8397-795C-FF09-39ECC6A90F8C}"/>
              </a:ext>
            </a:extLst>
          </p:cNvPr>
          <p:cNvCxnSpPr/>
          <p:nvPr/>
        </p:nvCxnSpPr>
        <p:spPr>
          <a:xfrm>
            <a:off x="2757433" y="6270707"/>
            <a:ext cx="583002" cy="0"/>
          </a:xfrm>
          <a:prstGeom prst="straightConnector1">
            <a:avLst/>
          </a:prstGeom>
          <a:ln w="19050">
            <a:solidFill>
              <a:srgbClr val="A7657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6577B32C-2825-7A4C-A979-858820DD4264}"/>
              </a:ext>
            </a:extLst>
          </p:cNvPr>
          <p:cNvSpPr txBox="1"/>
          <p:nvPr/>
        </p:nvSpPr>
        <p:spPr>
          <a:xfrm>
            <a:off x="3340433" y="6195920"/>
            <a:ext cx="3772599" cy="200055"/>
          </a:xfrm>
          <a:prstGeom prst="rect">
            <a:avLst/>
          </a:prstGeom>
          <a:noFill/>
        </p:spPr>
        <p:txBody>
          <a:bodyPr wrap="square" rtlCol="0">
            <a:spAutoFit/>
          </a:bodyPr>
          <a:lstStyle/>
          <a:p>
            <a:r>
              <a:rPr lang="it-IT" sz="700" dirty="0">
                <a:solidFill>
                  <a:schemeClr val="tx2"/>
                </a:solidFill>
              </a:rPr>
              <a:t>Save the </a:t>
            </a:r>
            <a:r>
              <a:rPr lang="it-IT" sz="700" dirty="0" err="1">
                <a:solidFill>
                  <a:schemeClr val="tx2"/>
                </a:solidFill>
              </a:rPr>
              <a:t>selected</a:t>
            </a:r>
            <a:r>
              <a:rPr lang="it-IT" sz="700" dirty="0">
                <a:solidFill>
                  <a:schemeClr val="tx2"/>
                </a:solidFill>
              </a:rPr>
              <a:t> </a:t>
            </a:r>
            <a:r>
              <a:rPr lang="it-IT" sz="700" dirty="0" err="1">
                <a:solidFill>
                  <a:schemeClr val="tx2"/>
                </a:solidFill>
              </a:rPr>
              <a:t>measures</a:t>
            </a:r>
            <a:r>
              <a:rPr lang="it-IT" sz="700" dirty="0">
                <a:solidFill>
                  <a:schemeClr val="tx2"/>
                </a:solidFill>
              </a:rPr>
              <a:t> (</a:t>
            </a:r>
            <a:r>
              <a:rPr lang="it-IT" sz="700" dirty="0" err="1">
                <a:solidFill>
                  <a:schemeClr val="tx2"/>
                </a:solidFill>
              </a:rPr>
              <a:t>listed</a:t>
            </a:r>
            <a:r>
              <a:rPr lang="it-IT" sz="700" dirty="0">
                <a:solidFill>
                  <a:schemeClr val="tx2"/>
                </a:solidFill>
              </a:rPr>
              <a:t> in model settings) to </a:t>
            </a:r>
            <a:r>
              <a:rPr lang="it-IT" sz="700" dirty="0" err="1">
                <a:solidFill>
                  <a:schemeClr val="tx2"/>
                </a:solidFill>
              </a:rPr>
              <a:t>GSA.db</a:t>
            </a:r>
            <a:endParaRPr lang="en-US" sz="700" dirty="0">
              <a:solidFill>
                <a:schemeClr val="tx2"/>
              </a:solidFill>
            </a:endParaRPr>
          </a:p>
        </p:txBody>
      </p:sp>
      <p:sp>
        <p:nvSpPr>
          <p:cNvPr id="34" name="TextBox 33">
            <a:extLst>
              <a:ext uri="{FF2B5EF4-FFF2-40B4-BE49-F238E27FC236}">
                <a16:creationId xmlns:a16="http://schemas.microsoft.com/office/drawing/2014/main" id="{8FFF7E2B-A96A-7F94-6CC9-8B9973772706}"/>
              </a:ext>
            </a:extLst>
          </p:cNvPr>
          <p:cNvSpPr txBox="1"/>
          <p:nvPr/>
        </p:nvSpPr>
        <p:spPr>
          <a:xfrm>
            <a:off x="7647812" y="5146934"/>
            <a:ext cx="2797377" cy="234167"/>
          </a:xfrm>
          <a:prstGeom prst="rect">
            <a:avLst/>
          </a:prstGeom>
          <a:solidFill>
            <a:schemeClr val="tx1"/>
          </a:solidFill>
        </p:spPr>
        <p:txBody>
          <a:bodyPr wrap="square">
            <a:spAutoFit/>
          </a:bodyPr>
          <a:lstStyle/>
          <a:p>
            <a:pPr>
              <a:lnSpc>
                <a:spcPts val="1200"/>
              </a:lnSpc>
              <a:defRPr/>
            </a:pPr>
            <a:endParaRPr lang="en-US" sz="800" dirty="0">
              <a:solidFill>
                <a:srgbClr val="BBBBBB"/>
              </a:solidFill>
              <a:latin typeface="Consolas" panose="020B0609020204030204" pitchFamily="49" charset="0"/>
            </a:endParaRPr>
          </a:p>
        </p:txBody>
      </p:sp>
      <p:cxnSp>
        <p:nvCxnSpPr>
          <p:cNvPr id="36" name="Straight Arrow Connector 35">
            <a:extLst>
              <a:ext uri="{FF2B5EF4-FFF2-40B4-BE49-F238E27FC236}">
                <a16:creationId xmlns:a16="http://schemas.microsoft.com/office/drawing/2014/main" id="{1C63F682-4FFF-4379-7315-16E7875FB862}"/>
              </a:ext>
            </a:extLst>
          </p:cNvPr>
          <p:cNvCxnSpPr/>
          <p:nvPr/>
        </p:nvCxnSpPr>
        <p:spPr>
          <a:xfrm>
            <a:off x="3048932" y="6550306"/>
            <a:ext cx="583002" cy="0"/>
          </a:xfrm>
          <a:prstGeom prst="straightConnector1">
            <a:avLst/>
          </a:prstGeom>
          <a:ln w="19050">
            <a:solidFill>
              <a:srgbClr val="A7657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64018130-EABF-02EC-EFC7-4E707E4517FA}"/>
              </a:ext>
            </a:extLst>
          </p:cNvPr>
          <p:cNvSpPr txBox="1"/>
          <p:nvPr/>
        </p:nvSpPr>
        <p:spPr>
          <a:xfrm>
            <a:off x="3631932" y="6475519"/>
            <a:ext cx="3772599" cy="200055"/>
          </a:xfrm>
          <a:prstGeom prst="rect">
            <a:avLst/>
          </a:prstGeom>
          <a:noFill/>
        </p:spPr>
        <p:txBody>
          <a:bodyPr wrap="square" rtlCol="0">
            <a:spAutoFit/>
          </a:bodyPr>
          <a:lstStyle/>
          <a:p>
            <a:r>
              <a:rPr lang="it-IT" sz="700" dirty="0" err="1">
                <a:solidFill>
                  <a:schemeClr val="tx2"/>
                </a:solidFill>
              </a:rPr>
              <a:t>Calcualte</a:t>
            </a:r>
            <a:r>
              <a:rPr lang="it-IT" sz="700" dirty="0">
                <a:solidFill>
                  <a:schemeClr val="tx2"/>
                </a:solidFill>
              </a:rPr>
              <a:t> sensitivity indexes from </a:t>
            </a:r>
            <a:r>
              <a:rPr lang="it-IT" sz="700" dirty="0" err="1">
                <a:solidFill>
                  <a:schemeClr val="tx2"/>
                </a:solidFill>
              </a:rPr>
              <a:t>GSA.db</a:t>
            </a:r>
            <a:r>
              <a:rPr lang="it-IT" sz="700" dirty="0">
                <a:solidFill>
                  <a:schemeClr val="tx2"/>
                </a:solidFill>
              </a:rPr>
              <a:t> </a:t>
            </a:r>
            <a:r>
              <a:rPr lang="it-IT" sz="700" dirty="0" err="1">
                <a:solidFill>
                  <a:schemeClr val="tx2"/>
                </a:solidFill>
              </a:rPr>
              <a:t>save</a:t>
            </a:r>
            <a:r>
              <a:rPr lang="it-IT" sz="700" dirty="0">
                <a:solidFill>
                  <a:schemeClr val="tx2"/>
                </a:solidFill>
              </a:rPr>
              <a:t> </a:t>
            </a:r>
            <a:r>
              <a:rPr lang="it-IT" sz="700" dirty="0" err="1">
                <a:solidFill>
                  <a:schemeClr val="tx2"/>
                </a:solidFill>
              </a:rPr>
              <a:t>indexed</a:t>
            </a:r>
            <a:r>
              <a:rPr lang="it-IT" sz="700" dirty="0">
                <a:solidFill>
                  <a:schemeClr val="tx2"/>
                </a:solidFill>
              </a:rPr>
              <a:t> in </a:t>
            </a:r>
            <a:r>
              <a:rPr lang="it-IT" sz="700" dirty="0" err="1">
                <a:solidFill>
                  <a:schemeClr val="tx2"/>
                </a:solidFill>
              </a:rPr>
              <a:t>xlsx</a:t>
            </a:r>
            <a:r>
              <a:rPr lang="it-IT" sz="700" dirty="0">
                <a:solidFill>
                  <a:schemeClr val="tx2"/>
                </a:solidFill>
              </a:rPr>
              <a:t> or </a:t>
            </a:r>
            <a:r>
              <a:rPr lang="it-IT" sz="700" dirty="0" err="1">
                <a:solidFill>
                  <a:schemeClr val="tx2"/>
                </a:solidFill>
              </a:rPr>
              <a:t>txt</a:t>
            </a:r>
            <a:endParaRPr lang="en-US" sz="700" dirty="0">
              <a:solidFill>
                <a:schemeClr val="tx2"/>
              </a:solidFill>
            </a:endParaRPr>
          </a:p>
        </p:txBody>
      </p:sp>
    </p:spTree>
    <p:extLst>
      <p:ext uri="{BB962C8B-B14F-4D97-AF65-F5344CB8AC3E}">
        <p14:creationId xmlns:p14="http://schemas.microsoft.com/office/powerpoint/2010/main" val="893170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587E492-A5C7-36B1-FA6B-B6CB6221FE19}"/>
              </a:ext>
            </a:extLst>
          </p:cNvPr>
          <p:cNvSpPr>
            <a:spLocks noGrp="1"/>
          </p:cNvSpPr>
          <p:nvPr>
            <p:ph type="body" sz="quarter" idx="13"/>
          </p:nvPr>
        </p:nvSpPr>
        <p:spPr>
          <a:xfrm>
            <a:off x="455278" y="628817"/>
            <a:ext cx="9657263" cy="5687762"/>
          </a:xfrm>
        </p:spPr>
        <p:txBody>
          <a:bodyPr/>
          <a:lstStyle/>
          <a:p>
            <a:r>
              <a:rPr lang="it-IT" sz="1100" b="1" dirty="0">
                <a:latin typeface="Arial" panose="020B0604020202020204" pitchFamily="34" charset="0"/>
                <a:cs typeface="Arial" panose="020B0604020202020204" pitchFamily="34" charset="0"/>
              </a:rPr>
              <a:t>1. Modifiche al file model settings</a:t>
            </a:r>
          </a:p>
          <a:p>
            <a:r>
              <a:rPr lang="it-IT" sz="1100" dirty="0">
                <a:latin typeface="Arial" panose="020B0604020202020204" pitchFamily="34" charset="0"/>
                <a:cs typeface="Arial" panose="020B0604020202020204" pitchFamily="34" charset="0"/>
              </a:rPr>
              <a:t>file model_settings.xlsx contiene le info su sets, variabili e problema</a:t>
            </a:r>
          </a:p>
          <a:p>
            <a:r>
              <a:rPr lang="it-IT" sz="1100" dirty="0">
                <a:latin typeface="Arial" panose="020B0604020202020204" pitchFamily="34" charset="0"/>
                <a:cs typeface="Arial" panose="020B0604020202020204" pitchFamily="34" charset="0"/>
              </a:rPr>
              <a:t>nel file </a:t>
            </a:r>
            <a:r>
              <a:rPr lang="it-IT" sz="1100" dirty="0" err="1">
                <a:latin typeface="Arial" panose="020B0604020202020204" pitchFamily="34" charset="0"/>
                <a:cs typeface="Arial" panose="020B0604020202020204" pitchFamily="34" charset="0"/>
              </a:rPr>
              <a:t>model_settings.xslx</a:t>
            </a:r>
            <a:r>
              <a:rPr lang="it-IT" sz="1100" dirty="0">
                <a:latin typeface="Arial" panose="020B0604020202020204" pitchFamily="34" charset="0"/>
                <a:cs typeface="Arial" panose="020B0604020202020204" pitchFamily="34" charset="0"/>
              </a:rPr>
              <a:t> ora nel foglio </a:t>
            </a:r>
            <a:r>
              <a:rPr lang="it-IT" sz="1100" dirty="0" err="1">
                <a:latin typeface="Arial" panose="020B0604020202020204" pitchFamily="34" charset="0"/>
                <a:cs typeface="Arial" panose="020B0604020202020204" pitchFamily="34" charset="0"/>
              </a:rPr>
              <a:t>structure_variables</a:t>
            </a:r>
            <a:r>
              <a:rPr lang="it-IT" sz="1100" dirty="0">
                <a:latin typeface="Arial" panose="020B0604020202020204" pitchFamily="34" charset="0"/>
                <a:cs typeface="Arial" panose="020B0604020202020204" pitchFamily="34" charset="0"/>
              </a:rPr>
              <a:t> ci saranno due nuove colonne:</a:t>
            </a:r>
          </a:p>
          <a:p>
            <a:pPr marL="171450" indent="-171450">
              <a:buFont typeface="Arial" panose="020B0604020202020204" pitchFamily="34" charset="0"/>
              <a:buChar char="•"/>
            </a:pPr>
            <a:r>
              <a:rPr lang="it-IT" sz="1100" dirty="0" err="1">
                <a:latin typeface="Arial" panose="020B0604020202020204" pitchFamily="34" charset="0"/>
                <a:cs typeface="Arial" panose="020B0604020202020204" pitchFamily="34" charset="0"/>
              </a:rPr>
              <a:t>is_uncertain</a:t>
            </a:r>
            <a:r>
              <a:rPr lang="it-IT" sz="1100" dirty="0">
                <a:latin typeface="Arial" panose="020B0604020202020204" pitchFamily="34" charset="0"/>
                <a:cs typeface="Arial" panose="020B0604020202020204" pitchFamily="34" charset="0"/>
              </a:rPr>
              <a:t>: True/False che mi dice se la variabile (quindi quello che trovo nella colonna </a:t>
            </a:r>
            <a:r>
              <a:rPr lang="it-IT" sz="1100" dirty="0" err="1">
                <a:latin typeface="Arial" panose="020B0604020202020204" pitchFamily="34" charset="0"/>
                <a:cs typeface="Arial" panose="020B0604020202020204" pitchFamily="34" charset="0"/>
              </a:rPr>
              <a:t>variables_info</a:t>
            </a:r>
            <a:r>
              <a:rPr lang="it-IT" sz="1100" dirty="0">
                <a:latin typeface="Arial" panose="020B0604020202020204" pitchFamily="34" charset="0"/>
                <a:cs typeface="Arial" panose="020B0604020202020204" pitchFamily="34" charset="0"/>
              </a:rPr>
              <a:t>) è incerta o deterministica. Se </a:t>
            </a:r>
            <a:r>
              <a:rPr lang="it-IT" sz="1100" dirty="0" err="1">
                <a:latin typeface="Arial" panose="020B0604020202020204" pitchFamily="34" charset="0"/>
                <a:cs typeface="Arial" panose="020B0604020202020204" pitchFamily="34" charset="0"/>
              </a:rPr>
              <a:t>is_uncertain</a:t>
            </a:r>
            <a:r>
              <a:rPr lang="it-IT" sz="1100" dirty="0">
                <a:latin typeface="Arial" panose="020B0604020202020204" pitchFamily="34" charset="0"/>
                <a:cs typeface="Arial" panose="020B0604020202020204" pitchFamily="34" charset="0"/>
              </a:rPr>
              <a:t> è True allora nei dati di input dovrò dare oltre al valore di </a:t>
            </a:r>
            <a:r>
              <a:rPr lang="it-IT" sz="1100" dirty="0" err="1">
                <a:latin typeface="Arial" panose="020B0604020202020204" pitchFamily="34" charset="0"/>
                <a:cs typeface="Arial" panose="020B0604020202020204" pitchFamily="34" charset="0"/>
              </a:rPr>
              <a:t>reference</a:t>
            </a:r>
            <a:r>
              <a:rPr lang="it-IT" sz="1100" dirty="0">
                <a:latin typeface="Arial" panose="020B0604020202020204" pitchFamily="34" charset="0"/>
                <a:cs typeface="Arial" panose="020B0604020202020204" pitchFamily="34" charset="0"/>
              </a:rPr>
              <a:t> anche l'upper e </a:t>
            </a:r>
            <a:r>
              <a:rPr lang="it-IT" sz="1100" dirty="0" err="1">
                <a:latin typeface="Arial" panose="020B0604020202020204" pitchFamily="34" charset="0"/>
                <a:cs typeface="Arial" panose="020B0604020202020204" pitchFamily="34" charset="0"/>
              </a:rPr>
              <a:t>lower</a:t>
            </a:r>
            <a:r>
              <a:rPr lang="it-IT" sz="1100" dirty="0">
                <a:latin typeface="Arial" panose="020B0604020202020204" pitchFamily="34" charset="0"/>
                <a:cs typeface="Arial" panose="020B0604020202020204" pitchFamily="34" charset="0"/>
              </a:rPr>
              <a:t> </a:t>
            </a:r>
            <a:r>
              <a:rPr lang="it-IT" sz="1100" dirty="0" err="1">
                <a:latin typeface="Arial" panose="020B0604020202020204" pitchFamily="34" charset="0"/>
                <a:cs typeface="Arial" panose="020B0604020202020204" pitchFamily="34" charset="0"/>
              </a:rPr>
              <a:t>bound</a:t>
            </a:r>
            <a:r>
              <a:rPr lang="it-IT" sz="1100" dirty="0">
                <a:latin typeface="Arial" panose="020B0604020202020204" pitchFamily="34" charset="0"/>
                <a:cs typeface="Arial" panose="020B0604020202020204" pitchFamily="34" charset="0"/>
              </a:rPr>
              <a:t>, se è False  non fa niente</a:t>
            </a:r>
          </a:p>
          <a:p>
            <a:pPr marL="171450" indent="-171450">
              <a:buFont typeface="Arial" panose="020B0604020202020204" pitchFamily="34" charset="0"/>
              <a:buChar char="•"/>
            </a:pPr>
            <a:r>
              <a:rPr lang="it-IT" sz="1100" dirty="0" err="1">
                <a:latin typeface="Arial" panose="020B0604020202020204" pitchFamily="34" charset="0"/>
                <a:cs typeface="Arial" panose="020B0604020202020204" pitchFamily="34" charset="0"/>
              </a:rPr>
              <a:t>GSA_measure</a:t>
            </a:r>
            <a:r>
              <a:rPr lang="it-IT" sz="1100" dirty="0">
                <a:latin typeface="Arial" panose="020B0604020202020204" pitchFamily="34" charset="0"/>
                <a:cs typeface="Arial" panose="020B0604020202020204" pitchFamily="34" charset="0"/>
              </a:rPr>
              <a:t>: True/False che dice se la variabile serve per fare la sensitivity </a:t>
            </a:r>
            <a:r>
              <a:rPr lang="it-IT" sz="1100" dirty="0" err="1">
                <a:latin typeface="Arial" panose="020B0604020202020204" pitchFamily="34" charset="0"/>
                <a:cs typeface="Arial" panose="020B0604020202020204" pitchFamily="34" charset="0"/>
              </a:rPr>
              <a:t>measure</a:t>
            </a:r>
            <a:r>
              <a:rPr lang="it-IT" sz="1100" dirty="0">
                <a:latin typeface="Arial" panose="020B0604020202020204" pitchFamily="34" charset="0"/>
                <a:cs typeface="Arial" panose="020B0604020202020204" pitchFamily="34" charset="0"/>
              </a:rPr>
              <a:t> o </a:t>
            </a:r>
            <a:r>
              <a:rPr lang="it-IT" sz="1100" dirty="0" err="1">
                <a:latin typeface="Arial" panose="020B0604020202020204" pitchFamily="34" charset="0"/>
                <a:cs typeface="Arial" panose="020B0604020202020204" pitchFamily="34" charset="0"/>
              </a:rPr>
              <a:t>no.Se</a:t>
            </a:r>
            <a:r>
              <a:rPr lang="it-IT" sz="1100" dirty="0">
                <a:latin typeface="Arial" panose="020B0604020202020204" pitchFamily="34" charset="0"/>
                <a:cs typeface="Arial" panose="020B0604020202020204" pitchFamily="34" charset="0"/>
              </a:rPr>
              <a:t> </a:t>
            </a:r>
            <a:r>
              <a:rPr lang="it-IT" sz="1100" dirty="0" err="1">
                <a:latin typeface="Arial" panose="020B0604020202020204" pitchFamily="34" charset="0"/>
                <a:cs typeface="Arial" panose="020B0604020202020204" pitchFamily="34" charset="0"/>
              </a:rPr>
              <a:t>is</a:t>
            </a:r>
            <a:r>
              <a:rPr lang="it-IT" sz="1100" dirty="0">
                <a:latin typeface="Arial" panose="020B0604020202020204" pitchFamily="34" charset="0"/>
                <a:cs typeface="Arial" panose="020B0604020202020204" pitchFamily="34" charset="0"/>
              </a:rPr>
              <a:t> </a:t>
            </a:r>
            <a:r>
              <a:rPr lang="it-IT" sz="1100" dirty="0" err="1">
                <a:latin typeface="Arial" panose="020B0604020202020204" pitchFamily="34" charset="0"/>
                <a:cs typeface="Arial" panose="020B0604020202020204" pitchFamily="34" charset="0"/>
              </a:rPr>
              <a:t>GSA_measure</a:t>
            </a:r>
            <a:r>
              <a:rPr lang="it-IT" sz="1100" dirty="0">
                <a:latin typeface="Arial" panose="020B0604020202020204" pitchFamily="34" charset="0"/>
                <a:cs typeface="Arial" panose="020B0604020202020204" pitchFamily="34" charset="0"/>
              </a:rPr>
              <a:t> è True allora quel parametro deve essere salvato per ogni </a:t>
            </a:r>
            <a:r>
              <a:rPr lang="it-IT" sz="1100" dirty="0" err="1">
                <a:latin typeface="Arial" panose="020B0604020202020204" pitchFamily="34" charset="0"/>
                <a:cs typeface="Arial" panose="020B0604020202020204" pitchFamily="34" charset="0"/>
              </a:rPr>
              <a:t>run</a:t>
            </a:r>
            <a:r>
              <a:rPr lang="it-IT" sz="1100" dirty="0">
                <a:latin typeface="Arial" panose="020B0604020202020204" pitchFamily="34" charset="0"/>
                <a:cs typeface="Arial" panose="020B0604020202020204" pitchFamily="34" charset="0"/>
              </a:rPr>
              <a:t> del modello e deve essere uno scalare( non posso salvare tutti i risultati del modello per tutte le variabili per tutte le </a:t>
            </a:r>
            <a:r>
              <a:rPr lang="it-IT" sz="1100" dirty="0" err="1">
                <a:latin typeface="Arial" panose="020B0604020202020204" pitchFamily="34" charset="0"/>
                <a:cs typeface="Arial" panose="020B0604020202020204" pitchFamily="34" charset="0"/>
              </a:rPr>
              <a:t>run</a:t>
            </a:r>
            <a:r>
              <a:rPr lang="it-IT" sz="1100" dirty="0">
                <a:latin typeface="Arial" panose="020B0604020202020204" pitchFamily="34" charset="0"/>
                <a:cs typeface="Arial" panose="020B0604020202020204" pitchFamily="34" charset="0"/>
              </a:rPr>
              <a:t> </a:t>
            </a:r>
            <a:r>
              <a:rPr lang="it-IT" sz="1100" dirty="0" err="1">
                <a:latin typeface="Arial" panose="020B0604020202020204" pitchFamily="34" charset="0"/>
                <a:cs typeface="Arial" panose="020B0604020202020204" pitchFamily="34" charset="0"/>
              </a:rPr>
              <a:t>perchè</a:t>
            </a:r>
            <a:r>
              <a:rPr lang="it-IT" sz="1100" dirty="0">
                <a:latin typeface="Arial" panose="020B0604020202020204" pitchFamily="34" charset="0"/>
                <a:cs typeface="Arial" panose="020B0604020202020204" pitchFamily="34" charset="0"/>
              </a:rPr>
              <a:t> occupano troppa memoria), se è False  non fa niente</a:t>
            </a:r>
          </a:p>
          <a:p>
            <a:pPr marL="171450" indent="-171450">
              <a:buFont typeface="Arial" panose="020B0604020202020204" pitchFamily="34" charset="0"/>
              <a:buChar char="•"/>
            </a:pPr>
            <a:endParaRPr lang="it-IT" sz="1100" dirty="0">
              <a:latin typeface="Arial" panose="020B0604020202020204" pitchFamily="34" charset="0"/>
              <a:cs typeface="Arial" panose="020B0604020202020204" pitchFamily="34" charset="0"/>
            </a:endParaRPr>
          </a:p>
          <a:p>
            <a:r>
              <a:rPr lang="it-IT" sz="1100" b="1" dirty="0">
                <a:latin typeface="Arial" panose="020B0604020202020204" pitchFamily="34" charset="0"/>
                <a:cs typeface="Arial" panose="020B0604020202020204" pitchFamily="34" charset="0"/>
              </a:rPr>
              <a:t>2. Lettura del file model settings</a:t>
            </a:r>
          </a:p>
          <a:p>
            <a:r>
              <a:rPr lang="it-IT" sz="1100" dirty="0">
                <a:latin typeface="Arial" panose="020B0604020202020204" pitchFamily="34" charset="0"/>
                <a:cs typeface="Arial" panose="020B0604020202020204" pitchFamily="34" charset="0"/>
              </a:rPr>
              <a:t>cambiare la struttura della classe che legge il file di model settings in modo che sia adatta ad ricevere anche le colonne </a:t>
            </a:r>
            <a:r>
              <a:rPr lang="it-IT" sz="1100" dirty="0" err="1">
                <a:latin typeface="Arial" panose="020B0604020202020204" pitchFamily="34" charset="0"/>
                <a:cs typeface="Arial" panose="020B0604020202020204" pitchFamily="34" charset="0"/>
              </a:rPr>
              <a:t>is_uncertain</a:t>
            </a:r>
            <a:r>
              <a:rPr lang="it-IT" sz="1100" dirty="0">
                <a:latin typeface="Arial" panose="020B0604020202020204" pitchFamily="34" charset="0"/>
                <a:cs typeface="Arial" panose="020B0604020202020204" pitchFamily="34" charset="0"/>
              </a:rPr>
              <a:t> e </a:t>
            </a:r>
            <a:r>
              <a:rPr lang="it-IT" sz="1100" dirty="0" err="1">
                <a:latin typeface="Arial" panose="020B0604020202020204" pitchFamily="34" charset="0"/>
                <a:cs typeface="Arial" panose="020B0604020202020204" pitchFamily="34" charset="0"/>
              </a:rPr>
              <a:t>GSA_measure</a:t>
            </a:r>
            <a:r>
              <a:rPr lang="it-IT" sz="1100" dirty="0">
                <a:latin typeface="Arial" panose="020B0604020202020204" pitchFamily="34" charset="0"/>
                <a:cs typeface="Arial" panose="020B0604020202020204" pitchFamily="34" charset="0"/>
              </a:rPr>
              <a:t>, applicare a queste colonne la stessa </a:t>
            </a:r>
            <a:r>
              <a:rPr lang="it-IT" sz="1100" dirty="0" err="1">
                <a:latin typeface="Arial" panose="020B0604020202020204" pitchFamily="34" charset="0"/>
                <a:cs typeface="Arial" panose="020B0604020202020204" pitchFamily="34" charset="0"/>
              </a:rPr>
              <a:t>logical</a:t>
            </a:r>
            <a:r>
              <a:rPr lang="it-IT" sz="1100" dirty="0">
                <a:latin typeface="Arial" panose="020B0604020202020204" pitchFamily="34" charset="0"/>
                <a:cs typeface="Arial" panose="020B0604020202020204" pitchFamily="34" charset="0"/>
              </a:rPr>
              <a:t> della colonna </a:t>
            </a:r>
            <a:r>
              <a:rPr lang="it-IT" sz="1100" dirty="0" err="1">
                <a:latin typeface="Arial" panose="020B0604020202020204" pitchFamily="34" charset="0"/>
                <a:cs typeface="Arial" panose="020B0604020202020204" pitchFamily="34" charset="0"/>
              </a:rPr>
              <a:t>nonneg</a:t>
            </a:r>
            <a:r>
              <a:rPr lang="it-IT" sz="1100" dirty="0">
                <a:latin typeface="Arial" panose="020B0604020202020204" pitchFamily="34" charset="0"/>
                <a:cs typeface="Arial" panose="020B0604020202020204" pitchFamily="34" charset="0"/>
              </a:rPr>
              <a:t> in cui i booleani vengono letti in modo appropriato</a:t>
            </a:r>
          </a:p>
          <a:p>
            <a:endParaRPr lang="it-IT" sz="1100" dirty="0">
              <a:latin typeface="Arial" panose="020B0604020202020204" pitchFamily="34" charset="0"/>
              <a:cs typeface="Arial" panose="020B0604020202020204" pitchFamily="34" charset="0"/>
            </a:endParaRPr>
          </a:p>
          <a:p>
            <a:r>
              <a:rPr lang="it-IT" sz="1100" b="1" dirty="0">
                <a:latin typeface="Arial" panose="020B0604020202020204" pitchFamily="34" charset="0"/>
                <a:cs typeface="Arial" panose="020B0604020202020204" pitchFamily="34" charset="0"/>
              </a:rPr>
              <a:t>3. Generazione input data</a:t>
            </a:r>
          </a:p>
          <a:p>
            <a:r>
              <a:rPr lang="it-IT" sz="1100" dirty="0">
                <a:latin typeface="Arial" panose="020B0604020202020204" pitchFamily="34" charset="0"/>
                <a:cs typeface="Arial" panose="020B0604020202020204" pitchFamily="34" charset="0"/>
              </a:rPr>
              <a:t>aggiungere alle colonne di default degli input data una colonna che si chiama </a:t>
            </a:r>
            <a:r>
              <a:rPr lang="it-IT" sz="1100" dirty="0" err="1">
                <a:latin typeface="Arial" panose="020B0604020202020204" pitchFamily="34" charset="0"/>
                <a:cs typeface="Arial" panose="020B0604020202020204" pitchFamily="34" charset="0"/>
              </a:rPr>
              <a:t>type</a:t>
            </a:r>
            <a:endParaRPr lang="it-IT" sz="1100" dirty="0">
              <a:latin typeface="Arial" panose="020B0604020202020204" pitchFamily="34" charset="0"/>
              <a:cs typeface="Arial" panose="020B0604020202020204" pitchFamily="34" charset="0"/>
            </a:endParaRPr>
          </a:p>
          <a:p>
            <a:endParaRPr lang="it-IT" sz="1100" dirty="0">
              <a:latin typeface="Arial" panose="020B0604020202020204" pitchFamily="34" charset="0"/>
              <a:cs typeface="Arial" panose="020B0604020202020204" pitchFamily="34" charset="0"/>
            </a:endParaRPr>
          </a:p>
          <a:p>
            <a:r>
              <a:rPr lang="it-IT" sz="1100" dirty="0">
                <a:latin typeface="Arial" panose="020B0604020202020204" pitchFamily="34" charset="0"/>
                <a:cs typeface="Arial" panose="020B0604020202020204" pitchFamily="34" charset="0"/>
              </a:rPr>
              <a:t>per le tabelle (identificate da </a:t>
            </a:r>
            <a:r>
              <a:rPr lang="it-IT" sz="1100" dirty="0" err="1">
                <a:latin typeface="Arial" panose="020B0604020202020204" pitchFamily="34" charset="0"/>
                <a:cs typeface="Arial" panose="020B0604020202020204" pitchFamily="34" charset="0"/>
              </a:rPr>
              <a:t>table_key</a:t>
            </a:r>
            <a:r>
              <a:rPr lang="it-IT" sz="1100" dirty="0">
                <a:latin typeface="Arial" panose="020B0604020202020204" pitchFamily="34" charset="0"/>
                <a:cs typeface="Arial" panose="020B0604020202020204" pitchFamily="34" charset="0"/>
              </a:rPr>
              <a:t> in model_settings.xlsx file </a:t>
            </a:r>
            <a:r>
              <a:rPr lang="it-IT" sz="1100" dirty="0" err="1">
                <a:latin typeface="Arial" panose="020B0604020202020204" pitchFamily="34" charset="0"/>
                <a:cs typeface="Arial" panose="020B0604020202020204" pitchFamily="34" charset="0"/>
              </a:rPr>
              <a:t>structure_variables</a:t>
            </a:r>
            <a:r>
              <a:rPr lang="it-IT" sz="1100" dirty="0">
                <a:latin typeface="Arial" panose="020B0604020202020204" pitchFamily="34" charset="0"/>
                <a:cs typeface="Arial" panose="020B0604020202020204" pitchFamily="34" charset="0"/>
              </a:rPr>
              <a:t>) che non hanno nessuna </a:t>
            </a:r>
            <a:r>
              <a:rPr lang="it-IT" sz="1100" dirty="0" err="1">
                <a:latin typeface="Arial" panose="020B0604020202020204" pitchFamily="34" charset="0"/>
                <a:cs typeface="Arial" panose="020B0604020202020204" pitchFamily="34" charset="0"/>
              </a:rPr>
              <a:t>variable</a:t>
            </a:r>
            <a:r>
              <a:rPr lang="it-IT" sz="1100" dirty="0">
                <a:latin typeface="Arial" panose="020B0604020202020204" pitchFamily="34" charset="0"/>
                <a:cs typeface="Arial" panose="020B0604020202020204" pitchFamily="34" charset="0"/>
              </a:rPr>
              <a:t> incerta la tabella avrà in </a:t>
            </a:r>
            <a:r>
              <a:rPr lang="it-IT" sz="1100" dirty="0" err="1">
                <a:latin typeface="Arial" panose="020B0604020202020204" pitchFamily="34" charset="0"/>
                <a:cs typeface="Arial" panose="020B0604020202020204" pitchFamily="34" charset="0"/>
              </a:rPr>
              <a:t>type</a:t>
            </a:r>
            <a:r>
              <a:rPr lang="it-IT" sz="1100" dirty="0">
                <a:latin typeface="Arial" panose="020B0604020202020204" pitchFamily="34" charset="0"/>
                <a:cs typeface="Arial" panose="020B0604020202020204" pitchFamily="34" charset="0"/>
              </a:rPr>
              <a:t> sempre </a:t>
            </a:r>
            <a:r>
              <a:rPr lang="it-IT" sz="1100" dirty="0" err="1">
                <a:latin typeface="Arial" panose="020B0604020202020204" pitchFamily="34" charset="0"/>
                <a:cs typeface="Arial" panose="020B0604020202020204" pitchFamily="34" charset="0"/>
              </a:rPr>
              <a:t>deterministic</a:t>
            </a:r>
            <a:endParaRPr lang="it-IT" sz="1100" dirty="0">
              <a:latin typeface="Arial" panose="020B0604020202020204" pitchFamily="34" charset="0"/>
              <a:cs typeface="Arial" panose="020B0604020202020204" pitchFamily="34" charset="0"/>
            </a:endParaRPr>
          </a:p>
          <a:p>
            <a:endParaRPr lang="it-IT" sz="1100" dirty="0">
              <a:latin typeface="Arial" panose="020B0604020202020204" pitchFamily="34" charset="0"/>
              <a:cs typeface="Arial" panose="020B0604020202020204" pitchFamily="34" charset="0"/>
            </a:endParaRPr>
          </a:p>
          <a:p>
            <a:r>
              <a:rPr lang="it-IT" sz="1100" dirty="0">
                <a:latin typeface="Arial" panose="020B0604020202020204" pitchFamily="34" charset="0"/>
                <a:cs typeface="Arial" panose="020B0604020202020204" pitchFamily="34" charset="0"/>
              </a:rPr>
              <a:t>per le tabelle che hanno variabili incerte (quindi hanno </a:t>
            </a:r>
            <a:r>
              <a:rPr lang="it-IT" sz="1100" dirty="0" err="1">
                <a:latin typeface="Arial" panose="020B0604020202020204" pitchFamily="34" charset="0"/>
                <a:cs typeface="Arial" panose="020B0604020202020204" pitchFamily="34" charset="0"/>
              </a:rPr>
              <a:t>is_uncertain</a:t>
            </a:r>
            <a:r>
              <a:rPr lang="it-IT" sz="1100" dirty="0">
                <a:latin typeface="Arial" panose="020B0604020202020204" pitchFamily="34" charset="0"/>
                <a:cs typeface="Arial" panose="020B0604020202020204" pitchFamily="34" charset="0"/>
              </a:rPr>
              <a:t>=True) nel file di input data avranno per lo stesso dato in </a:t>
            </a:r>
            <a:r>
              <a:rPr lang="it-IT" sz="1100" dirty="0" err="1">
                <a:latin typeface="Arial" panose="020B0604020202020204" pitchFamily="34" charset="0"/>
                <a:cs typeface="Arial" panose="020B0604020202020204" pitchFamily="34" charset="0"/>
              </a:rPr>
              <a:t>type</a:t>
            </a:r>
            <a:r>
              <a:rPr lang="it-IT" sz="1100" dirty="0">
                <a:latin typeface="Arial" panose="020B0604020202020204" pitchFamily="34" charset="0"/>
                <a:cs typeface="Arial" panose="020B0604020202020204" pitchFamily="34" charset="0"/>
              </a:rPr>
              <a:t>: </a:t>
            </a:r>
            <a:r>
              <a:rPr lang="it-IT" sz="1100" dirty="0" err="1">
                <a:latin typeface="Arial" panose="020B0604020202020204" pitchFamily="34" charset="0"/>
                <a:cs typeface="Arial" panose="020B0604020202020204" pitchFamily="34" charset="0"/>
              </a:rPr>
              <a:t>deterministic</a:t>
            </a:r>
            <a:r>
              <a:rPr lang="it-IT" sz="1100" dirty="0">
                <a:latin typeface="Arial" panose="020B0604020202020204" pitchFamily="34" charset="0"/>
                <a:cs typeface="Arial" panose="020B0604020202020204" pitchFamily="34" charset="0"/>
              </a:rPr>
              <a:t>, </a:t>
            </a:r>
            <a:r>
              <a:rPr lang="it-IT" sz="1100" dirty="0" err="1">
                <a:latin typeface="Arial" panose="020B0604020202020204" pitchFamily="34" charset="0"/>
                <a:cs typeface="Arial" panose="020B0604020202020204" pitchFamily="34" charset="0"/>
              </a:rPr>
              <a:t>lower</a:t>
            </a:r>
            <a:r>
              <a:rPr lang="it-IT" sz="1100" dirty="0">
                <a:latin typeface="Arial" panose="020B0604020202020204" pitchFamily="34" charset="0"/>
                <a:cs typeface="Arial" panose="020B0604020202020204" pitchFamily="34" charset="0"/>
              </a:rPr>
              <a:t> </a:t>
            </a:r>
            <a:r>
              <a:rPr lang="it-IT" sz="1100" dirty="0" err="1">
                <a:latin typeface="Arial" panose="020B0604020202020204" pitchFamily="34" charset="0"/>
                <a:cs typeface="Arial" panose="020B0604020202020204" pitchFamily="34" charset="0"/>
              </a:rPr>
              <a:t>bound</a:t>
            </a:r>
            <a:r>
              <a:rPr lang="it-IT" sz="1100" dirty="0">
                <a:latin typeface="Arial" panose="020B0604020202020204" pitchFamily="34" charset="0"/>
                <a:cs typeface="Arial" panose="020B0604020202020204" pitchFamily="34" charset="0"/>
              </a:rPr>
              <a:t> and upper </a:t>
            </a:r>
            <a:r>
              <a:rPr lang="it-IT" sz="1100" dirty="0" err="1">
                <a:latin typeface="Arial" panose="020B0604020202020204" pitchFamily="34" charset="0"/>
                <a:cs typeface="Arial" panose="020B0604020202020204" pitchFamily="34" charset="0"/>
              </a:rPr>
              <a:t>bound</a:t>
            </a:r>
            <a:r>
              <a:rPr lang="it-IT" sz="1100" dirty="0">
                <a:latin typeface="Arial" panose="020B0604020202020204" pitchFamily="34" charset="0"/>
                <a:cs typeface="Arial" panose="020B0604020202020204" pitchFamily="34" charset="0"/>
              </a:rPr>
              <a:t>  (fondamentalmente per ogni variabile devo dare in input 3 dati invece che 1)</a:t>
            </a:r>
            <a:br>
              <a:rPr lang="it-IT" sz="1100" dirty="0">
                <a:latin typeface="Arial" panose="020B0604020202020204" pitchFamily="34" charset="0"/>
                <a:cs typeface="Arial" panose="020B0604020202020204" pitchFamily="34" charset="0"/>
              </a:rPr>
            </a:br>
            <a:br>
              <a:rPr lang="it-IT" sz="1100" dirty="0">
                <a:latin typeface="Arial" panose="020B0604020202020204" pitchFamily="34" charset="0"/>
                <a:cs typeface="Arial" panose="020B0604020202020204" pitchFamily="34" charset="0"/>
              </a:rPr>
            </a:br>
            <a:r>
              <a:rPr lang="it-IT" sz="1100" b="1" dirty="0">
                <a:latin typeface="Arial" panose="020B0604020202020204" pitchFamily="34" charset="0"/>
                <a:cs typeface="Arial" panose="020B0604020202020204" pitchFamily="34" charset="0"/>
              </a:rPr>
              <a:t>4. lettura file input data e creazione database</a:t>
            </a:r>
          </a:p>
          <a:p>
            <a:endParaRPr lang="it-IT" sz="1100" b="1" dirty="0">
              <a:latin typeface="Arial" panose="020B0604020202020204" pitchFamily="34" charset="0"/>
              <a:cs typeface="Arial" panose="020B0604020202020204" pitchFamily="34" charset="0"/>
            </a:endParaRPr>
          </a:p>
          <a:p>
            <a:r>
              <a:rPr lang="it-IT" sz="1100" dirty="0">
                <a:latin typeface="Arial" panose="020B0604020202020204" pitchFamily="34" charset="0"/>
                <a:cs typeface="Arial" panose="020B0604020202020204" pitchFamily="34" charset="0"/>
              </a:rPr>
              <a:t>creazione database con nuova struttura speculare a quello che cambia in input data</a:t>
            </a:r>
            <a:br>
              <a:rPr lang="it-IT" sz="1100" dirty="0">
                <a:latin typeface="Arial" panose="020B0604020202020204" pitchFamily="34" charset="0"/>
                <a:cs typeface="Arial" panose="020B0604020202020204" pitchFamily="34" charset="0"/>
              </a:rPr>
            </a:br>
            <a:br>
              <a:rPr lang="it-IT" sz="1100" dirty="0">
                <a:latin typeface="Arial" panose="020B0604020202020204" pitchFamily="34" charset="0"/>
                <a:cs typeface="Arial" panose="020B0604020202020204" pitchFamily="34" charset="0"/>
              </a:rPr>
            </a:br>
            <a:endParaRPr lang="it-IT" sz="1100" dirty="0">
              <a:latin typeface="Arial" panose="020B0604020202020204" pitchFamily="34" charset="0"/>
              <a:cs typeface="Arial" panose="020B0604020202020204" pitchFamily="34" charset="0"/>
            </a:endParaRPr>
          </a:p>
          <a:p>
            <a:endParaRPr lang="it-IT" sz="1100" dirty="0">
              <a:latin typeface="Arial" panose="020B0604020202020204" pitchFamily="34" charset="0"/>
              <a:cs typeface="Arial" panose="020B0604020202020204" pitchFamily="34" charset="0"/>
            </a:endParaRPr>
          </a:p>
          <a:p>
            <a:endParaRPr lang="it-IT" sz="1100" dirty="0">
              <a:latin typeface="Arial" panose="020B0604020202020204" pitchFamily="34" charset="0"/>
              <a:cs typeface="Arial" panose="020B0604020202020204" pitchFamily="34" charset="0"/>
            </a:endParaRPr>
          </a:p>
          <a:p>
            <a:endParaRPr lang="it-IT" sz="1100" dirty="0">
              <a:latin typeface="Arial" panose="020B0604020202020204" pitchFamily="34" charset="0"/>
              <a:cs typeface="Arial" panose="020B0604020202020204" pitchFamily="34" charset="0"/>
            </a:endParaRPr>
          </a:p>
          <a:p>
            <a:endParaRPr lang="it-IT" sz="1100" dirty="0">
              <a:latin typeface="Arial" panose="020B0604020202020204" pitchFamily="34" charset="0"/>
              <a:cs typeface="Arial" panose="020B0604020202020204" pitchFamily="34" charset="0"/>
            </a:endParaRPr>
          </a:p>
          <a:p>
            <a:endParaRPr lang="it-IT" sz="1100" dirty="0">
              <a:latin typeface="Arial" panose="020B0604020202020204" pitchFamily="34" charset="0"/>
              <a:cs typeface="Arial" panose="020B0604020202020204" pitchFamily="34" charset="0"/>
            </a:endParaRPr>
          </a:p>
          <a:p>
            <a:endParaRPr lang="it-IT" sz="1100" b="1" dirty="0">
              <a:latin typeface="Arial" panose="020B0604020202020204" pitchFamily="34" charset="0"/>
              <a:cs typeface="Arial" panose="020B0604020202020204" pitchFamily="34" charset="0"/>
            </a:endParaRPr>
          </a:p>
          <a:p>
            <a:endParaRPr lang="it-IT" sz="1100" b="1" dirty="0">
              <a:latin typeface="Arial" panose="020B0604020202020204" pitchFamily="34" charset="0"/>
              <a:cs typeface="Arial" panose="020B0604020202020204" pitchFamily="34" charset="0"/>
            </a:endParaRPr>
          </a:p>
          <a:p>
            <a:endParaRPr lang="it-IT" sz="1100" b="1" dirty="0">
              <a:latin typeface="Arial" panose="020B0604020202020204" pitchFamily="34" charset="0"/>
              <a:cs typeface="Arial" panose="020B0604020202020204" pitchFamily="34" charset="0"/>
            </a:endParaRPr>
          </a:p>
          <a:p>
            <a:endParaRPr lang="en-US" dirty="0"/>
          </a:p>
        </p:txBody>
      </p:sp>
      <p:sp>
        <p:nvSpPr>
          <p:cNvPr id="4" name="Date Placeholder 3">
            <a:extLst>
              <a:ext uri="{FF2B5EF4-FFF2-40B4-BE49-F238E27FC236}">
                <a16:creationId xmlns:a16="http://schemas.microsoft.com/office/drawing/2014/main" id="{3A74C62C-F07C-23B1-5ACE-A62B172CA50D}"/>
              </a:ext>
            </a:extLst>
          </p:cNvPr>
          <p:cNvSpPr>
            <a:spLocks noGrp="1"/>
          </p:cNvSpPr>
          <p:nvPr>
            <p:ph type="dt" sz="half" idx="14"/>
          </p:nvPr>
        </p:nvSpPr>
        <p:spPr/>
        <p:txBody>
          <a:bodyPr/>
          <a:lstStyle/>
          <a:p>
            <a:r>
              <a:rPr lang="it-IT"/>
              <a:t>POLITECNICO DI MILANO</a:t>
            </a:r>
            <a:endParaRPr lang="it-IT" dirty="0"/>
          </a:p>
        </p:txBody>
      </p:sp>
      <p:sp>
        <p:nvSpPr>
          <p:cNvPr id="5" name="Footer Placeholder 4">
            <a:extLst>
              <a:ext uri="{FF2B5EF4-FFF2-40B4-BE49-F238E27FC236}">
                <a16:creationId xmlns:a16="http://schemas.microsoft.com/office/drawing/2014/main" id="{B40CE808-9676-D1C6-6CF9-C74C3C20B9E4}"/>
              </a:ext>
            </a:extLst>
          </p:cNvPr>
          <p:cNvSpPr>
            <a:spLocks noGrp="1"/>
          </p:cNvSpPr>
          <p:nvPr>
            <p:ph type="ftr" sz="quarter" idx="15"/>
          </p:nvPr>
        </p:nvSpPr>
        <p:spPr/>
        <p:txBody>
          <a:bodyPr/>
          <a:lstStyle/>
          <a:p>
            <a:r>
              <a:rPr lang="en-US"/>
              <a:t>Department of Energy</a:t>
            </a:r>
            <a:endParaRPr lang="it-IT" dirty="0"/>
          </a:p>
        </p:txBody>
      </p:sp>
      <p:sp>
        <p:nvSpPr>
          <p:cNvPr id="6" name="Slide Number Placeholder 5">
            <a:extLst>
              <a:ext uri="{FF2B5EF4-FFF2-40B4-BE49-F238E27FC236}">
                <a16:creationId xmlns:a16="http://schemas.microsoft.com/office/drawing/2014/main" id="{86064802-6FD5-4B13-2EE3-C1478F18E6AB}"/>
              </a:ext>
            </a:extLst>
          </p:cNvPr>
          <p:cNvSpPr>
            <a:spLocks noGrp="1"/>
          </p:cNvSpPr>
          <p:nvPr>
            <p:ph type="sldNum" sz="quarter" idx="16"/>
          </p:nvPr>
        </p:nvSpPr>
        <p:spPr/>
        <p:txBody>
          <a:bodyPr/>
          <a:lstStyle/>
          <a:p>
            <a:fld id="{3135EEA2-8D42-4D46-95A6-66E65FDC5EB1}" type="slidenum">
              <a:rPr lang="it-IT" smtClean="0"/>
              <a:pPr/>
              <a:t>8</a:t>
            </a:fld>
            <a:endParaRPr lang="it-IT"/>
          </a:p>
        </p:txBody>
      </p:sp>
    </p:spTree>
    <p:extLst>
      <p:ext uri="{BB962C8B-B14F-4D97-AF65-F5344CB8AC3E}">
        <p14:creationId xmlns:p14="http://schemas.microsoft.com/office/powerpoint/2010/main" val="4064156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89CA9-E817-C3CA-B320-9AF95FC4C119}"/>
              </a:ext>
            </a:extLst>
          </p:cNvPr>
          <p:cNvSpPr>
            <a:spLocks noGrp="1"/>
          </p:cNvSpPr>
          <p:nvPr>
            <p:ph type="title"/>
          </p:nvPr>
        </p:nvSpPr>
        <p:spPr>
          <a:xfrm>
            <a:off x="334964" y="808074"/>
            <a:ext cx="8640000" cy="316880"/>
          </a:xfrm>
        </p:spPr>
        <p:txBody>
          <a:bodyPr/>
          <a:lstStyle/>
          <a:p>
            <a:r>
              <a:rPr lang="it-IT" sz="1400" dirty="0"/>
              <a:t>Architecture</a:t>
            </a:r>
            <a:br>
              <a:rPr lang="it-IT" sz="1400" dirty="0"/>
            </a:br>
            <a:endParaRPr lang="en-US" dirty="0"/>
          </a:p>
        </p:txBody>
      </p:sp>
      <p:sp>
        <p:nvSpPr>
          <p:cNvPr id="4" name="Date Placeholder 3">
            <a:extLst>
              <a:ext uri="{FF2B5EF4-FFF2-40B4-BE49-F238E27FC236}">
                <a16:creationId xmlns:a16="http://schemas.microsoft.com/office/drawing/2014/main" id="{22320657-A1D7-FD93-DD6C-9265BD3A82FF}"/>
              </a:ext>
            </a:extLst>
          </p:cNvPr>
          <p:cNvSpPr>
            <a:spLocks noGrp="1"/>
          </p:cNvSpPr>
          <p:nvPr>
            <p:ph type="dt" sz="half" idx="14"/>
          </p:nvPr>
        </p:nvSpPr>
        <p:spPr/>
        <p:txBody>
          <a:bodyPr/>
          <a:lstStyle/>
          <a:p>
            <a:r>
              <a:rPr lang="it-IT"/>
              <a:t>POLITECNICO DI MILANO</a:t>
            </a:r>
            <a:endParaRPr lang="it-IT" dirty="0"/>
          </a:p>
        </p:txBody>
      </p:sp>
      <p:sp>
        <p:nvSpPr>
          <p:cNvPr id="5" name="Footer Placeholder 4">
            <a:extLst>
              <a:ext uri="{FF2B5EF4-FFF2-40B4-BE49-F238E27FC236}">
                <a16:creationId xmlns:a16="http://schemas.microsoft.com/office/drawing/2014/main" id="{56F1AD3A-82B1-47F1-7609-8413B519EE43}"/>
              </a:ext>
            </a:extLst>
          </p:cNvPr>
          <p:cNvSpPr>
            <a:spLocks noGrp="1"/>
          </p:cNvSpPr>
          <p:nvPr>
            <p:ph type="ftr" sz="quarter" idx="15"/>
          </p:nvPr>
        </p:nvSpPr>
        <p:spPr/>
        <p:txBody>
          <a:bodyPr/>
          <a:lstStyle/>
          <a:p>
            <a:r>
              <a:rPr lang="en-US"/>
              <a:t>Department of Energy</a:t>
            </a:r>
            <a:endParaRPr lang="it-IT" dirty="0"/>
          </a:p>
        </p:txBody>
      </p:sp>
      <p:sp>
        <p:nvSpPr>
          <p:cNvPr id="6" name="Slide Number Placeholder 5">
            <a:extLst>
              <a:ext uri="{FF2B5EF4-FFF2-40B4-BE49-F238E27FC236}">
                <a16:creationId xmlns:a16="http://schemas.microsoft.com/office/drawing/2014/main" id="{A19E2A4C-8517-1254-143A-C5EE93F9BC4A}"/>
              </a:ext>
            </a:extLst>
          </p:cNvPr>
          <p:cNvSpPr>
            <a:spLocks noGrp="1"/>
          </p:cNvSpPr>
          <p:nvPr>
            <p:ph type="sldNum" sz="quarter" idx="16"/>
          </p:nvPr>
        </p:nvSpPr>
        <p:spPr/>
        <p:txBody>
          <a:bodyPr/>
          <a:lstStyle/>
          <a:p>
            <a:fld id="{3135EEA2-8D42-4D46-95A6-66E65FDC5EB1}" type="slidenum">
              <a:rPr lang="it-IT" smtClean="0"/>
              <a:pPr/>
              <a:t>9</a:t>
            </a:fld>
            <a:endParaRPr lang="it-IT"/>
          </a:p>
        </p:txBody>
      </p:sp>
      <p:grpSp>
        <p:nvGrpSpPr>
          <p:cNvPr id="15" name="Group 14">
            <a:extLst>
              <a:ext uri="{FF2B5EF4-FFF2-40B4-BE49-F238E27FC236}">
                <a16:creationId xmlns:a16="http://schemas.microsoft.com/office/drawing/2014/main" id="{DF2125B0-0C2D-4629-371B-9DD3F3F72B44}"/>
              </a:ext>
            </a:extLst>
          </p:cNvPr>
          <p:cNvGrpSpPr/>
          <p:nvPr/>
        </p:nvGrpSpPr>
        <p:grpSpPr>
          <a:xfrm>
            <a:off x="334964" y="1461541"/>
            <a:ext cx="5309016" cy="3416320"/>
            <a:chOff x="334964" y="1461541"/>
            <a:chExt cx="5309016" cy="3416320"/>
          </a:xfrm>
        </p:grpSpPr>
        <p:sp>
          <p:nvSpPr>
            <p:cNvPr id="3" name="TextBox 2">
              <a:extLst>
                <a:ext uri="{FF2B5EF4-FFF2-40B4-BE49-F238E27FC236}">
                  <a16:creationId xmlns:a16="http://schemas.microsoft.com/office/drawing/2014/main" id="{867D6A2F-EDB8-F482-DE61-DC6410574F89}"/>
                </a:ext>
              </a:extLst>
            </p:cNvPr>
            <p:cNvSpPr txBox="1"/>
            <p:nvPr/>
          </p:nvSpPr>
          <p:spPr>
            <a:xfrm>
              <a:off x="334964" y="1461541"/>
              <a:ext cx="5309016" cy="3416320"/>
            </a:xfrm>
            <a:prstGeom prst="rect">
              <a:avLst/>
            </a:prstGeom>
            <a:noFill/>
          </p:spPr>
          <p:txBody>
            <a:bodyPr wrap="square" rtlCol="0">
              <a:spAutoFit/>
            </a:bodyPr>
            <a:lstStyle/>
            <a:p>
              <a:r>
                <a:rPr lang="it-IT" dirty="0"/>
                <a:t>Model</a:t>
              </a:r>
            </a:p>
            <a:p>
              <a:pPr marL="742950" lvl="1" indent="-285750">
                <a:buFont typeface="Manrope" panose="020B0604020202020204" charset="0"/>
                <a:buChar char="→"/>
              </a:pPr>
              <a:r>
                <a:rPr lang="it-IT" dirty="0" err="1"/>
                <a:t>Logger</a:t>
              </a:r>
              <a:r>
                <a:rPr lang="it-IT" dirty="0"/>
                <a:t> </a:t>
              </a:r>
            </a:p>
            <a:p>
              <a:pPr marL="742950" lvl="1" indent="-285750">
                <a:buFont typeface="Manrope" panose="020B0604020202020204" charset="0"/>
                <a:buChar char="→"/>
              </a:pPr>
              <a:r>
                <a:rPr lang="it-IT" dirty="0"/>
                <a:t>File Manager</a:t>
              </a:r>
            </a:p>
            <a:p>
              <a:pPr marL="742950" lvl="1" indent="-285750">
                <a:buFont typeface="Manrope" panose="020B0604020202020204" charset="0"/>
                <a:buChar char="→"/>
              </a:pPr>
              <a:r>
                <a:rPr lang="it-IT" dirty="0"/>
                <a:t>Core</a:t>
              </a:r>
            </a:p>
            <a:p>
              <a:pPr marL="1200150" lvl="2" indent="-285750">
                <a:buFont typeface="Manrope" panose="020B0604020202020204" charset="0"/>
                <a:buChar char="→"/>
              </a:pPr>
              <a:r>
                <a:rPr lang="it-IT" dirty="0"/>
                <a:t>SQL Manager</a:t>
              </a:r>
            </a:p>
            <a:p>
              <a:pPr marL="1200150" lvl="2" indent="-285750">
                <a:buFont typeface="Manrope" panose="020B0604020202020204" charset="0"/>
                <a:buChar char="→"/>
              </a:pPr>
              <a:r>
                <a:rPr lang="it-IT" dirty="0"/>
                <a:t>Index</a:t>
              </a:r>
            </a:p>
            <a:p>
              <a:pPr marL="1657350" lvl="3" indent="-285750">
                <a:buFont typeface="Manrope" panose="020B0604020202020204" charset="0"/>
                <a:buChar char="→"/>
              </a:pPr>
              <a:r>
                <a:rPr lang="it-IT" dirty="0"/>
                <a:t>Set Table</a:t>
              </a:r>
            </a:p>
            <a:p>
              <a:pPr marL="1657350" lvl="3" indent="-285750">
                <a:buFont typeface="Manrope" panose="020B0604020202020204" charset="0"/>
                <a:buChar char="→"/>
              </a:pPr>
              <a:r>
                <a:rPr lang="it-IT" dirty="0"/>
                <a:t>Data Table</a:t>
              </a:r>
            </a:p>
            <a:p>
              <a:pPr marL="1657350" lvl="3" indent="-285750">
                <a:buFont typeface="Manrope" panose="020B0604020202020204" charset="0"/>
                <a:buChar char="→"/>
              </a:pPr>
              <a:r>
                <a:rPr lang="it-IT" dirty="0" err="1"/>
                <a:t>Variable</a:t>
              </a:r>
              <a:endParaRPr lang="it-IT" dirty="0"/>
            </a:p>
            <a:p>
              <a:pPr marL="1200150" lvl="2" indent="-285750">
                <a:buFont typeface="Manrope" panose="020B0604020202020204" charset="0"/>
                <a:buChar char="→"/>
              </a:pPr>
              <a:r>
                <a:rPr lang="it-IT" dirty="0"/>
                <a:t>Database</a:t>
              </a:r>
            </a:p>
            <a:p>
              <a:pPr marL="1200150" lvl="2" indent="-285750">
                <a:buFont typeface="Manrope" panose="020B0604020202020204" charset="0"/>
                <a:buChar char="→"/>
              </a:pPr>
              <a:r>
                <a:rPr lang="it-IT" dirty="0" err="1"/>
                <a:t>Problem</a:t>
              </a:r>
              <a:endParaRPr lang="it-IT" dirty="0"/>
            </a:p>
            <a:p>
              <a:pPr marL="1200150" lvl="2" indent="-285750">
                <a:buFont typeface="Manrope" panose="020B0604020202020204" charset="0"/>
                <a:buChar char="→"/>
              </a:pPr>
              <a:r>
                <a:rPr lang="it-IT" dirty="0" err="1">
                  <a:solidFill>
                    <a:srgbClr val="FF0000"/>
                  </a:solidFill>
                </a:rPr>
                <a:t>Uncertainty</a:t>
              </a:r>
              <a:endParaRPr lang="it-IT" dirty="0">
                <a:solidFill>
                  <a:srgbClr val="FF0000"/>
                </a:solidFill>
              </a:endParaRPr>
            </a:p>
          </p:txBody>
        </p:sp>
        <p:cxnSp>
          <p:nvCxnSpPr>
            <p:cNvPr id="9" name="Straight Connector 8">
              <a:extLst>
                <a:ext uri="{FF2B5EF4-FFF2-40B4-BE49-F238E27FC236}">
                  <a16:creationId xmlns:a16="http://schemas.microsoft.com/office/drawing/2014/main" id="{8816C2BE-CF98-9042-2A92-21D5A446DC5C}"/>
                </a:ext>
              </a:extLst>
            </p:cNvPr>
            <p:cNvCxnSpPr>
              <a:cxnSpLocks/>
            </p:cNvCxnSpPr>
            <p:nvPr/>
          </p:nvCxnSpPr>
          <p:spPr>
            <a:xfrm>
              <a:off x="892175" y="1778000"/>
              <a:ext cx="0" cy="71120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347FCDB-4B09-E0BB-06B2-2779603824F2}"/>
                </a:ext>
              </a:extLst>
            </p:cNvPr>
            <p:cNvCxnSpPr>
              <a:cxnSpLocks/>
            </p:cNvCxnSpPr>
            <p:nvPr/>
          </p:nvCxnSpPr>
          <p:spPr>
            <a:xfrm>
              <a:off x="1346200" y="2546350"/>
              <a:ext cx="0" cy="21494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17FCE5F-7DE2-8F10-1F25-2A10151C0938}"/>
                </a:ext>
              </a:extLst>
            </p:cNvPr>
            <p:cNvCxnSpPr>
              <a:cxnSpLocks/>
            </p:cNvCxnSpPr>
            <p:nvPr/>
          </p:nvCxnSpPr>
          <p:spPr>
            <a:xfrm>
              <a:off x="1800225" y="3154362"/>
              <a:ext cx="0" cy="71120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46200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4A241-A8F0-9C8E-D37B-9C7999E8778F}"/>
              </a:ext>
            </a:extLst>
          </p:cNvPr>
          <p:cNvSpPr>
            <a:spLocks noGrp="1"/>
          </p:cNvSpPr>
          <p:nvPr>
            <p:ph type="title"/>
          </p:nvPr>
        </p:nvSpPr>
        <p:spPr/>
        <p:txBody>
          <a:bodyPr/>
          <a:lstStyle/>
          <a:p>
            <a:r>
              <a:rPr lang="it-IT" dirty="0"/>
              <a:t>lettura file con nuove colonne</a:t>
            </a:r>
            <a:endParaRPr lang="en-US" dirty="0"/>
          </a:p>
        </p:txBody>
      </p:sp>
      <p:sp>
        <p:nvSpPr>
          <p:cNvPr id="4" name="Date Placeholder 3">
            <a:extLst>
              <a:ext uri="{FF2B5EF4-FFF2-40B4-BE49-F238E27FC236}">
                <a16:creationId xmlns:a16="http://schemas.microsoft.com/office/drawing/2014/main" id="{2C20C1C5-82DC-12A2-2A8B-8D0E8A2EBE98}"/>
              </a:ext>
            </a:extLst>
          </p:cNvPr>
          <p:cNvSpPr>
            <a:spLocks noGrp="1"/>
          </p:cNvSpPr>
          <p:nvPr>
            <p:ph type="dt" sz="half" idx="14"/>
          </p:nvPr>
        </p:nvSpPr>
        <p:spPr/>
        <p:txBody>
          <a:bodyPr/>
          <a:lstStyle/>
          <a:p>
            <a:r>
              <a:rPr lang="it-IT"/>
              <a:t>POLITECNICO DI MILANO</a:t>
            </a:r>
            <a:endParaRPr lang="it-IT" dirty="0"/>
          </a:p>
        </p:txBody>
      </p:sp>
      <p:sp>
        <p:nvSpPr>
          <p:cNvPr id="5" name="Footer Placeholder 4">
            <a:extLst>
              <a:ext uri="{FF2B5EF4-FFF2-40B4-BE49-F238E27FC236}">
                <a16:creationId xmlns:a16="http://schemas.microsoft.com/office/drawing/2014/main" id="{3405098F-A7D1-509A-EFB7-C19F0D5749B7}"/>
              </a:ext>
            </a:extLst>
          </p:cNvPr>
          <p:cNvSpPr>
            <a:spLocks noGrp="1"/>
          </p:cNvSpPr>
          <p:nvPr>
            <p:ph type="ftr" sz="quarter" idx="15"/>
          </p:nvPr>
        </p:nvSpPr>
        <p:spPr/>
        <p:txBody>
          <a:bodyPr/>
          <a:lstStyle/>
          <a:p>
            <a:r>
              <a:rPr lang="en-US"/>
              <a:t>Department of Energy</a:t>
            </a:r>
            <a:endParaRPr lang="it-IT" dirty="0"/>
          </a:p>
        </p:txBody>
      </p:sp>
      <p:sp>
        <p:nvSpPr>
          <p:cNvPr id="6" name="Slide Number Placeholder 5">
            <a:extLst>
              <a:ext uri="{FF2B5EF4-FFF2-40B4-BE49-F238E27FC236}">
                <a16:creationId xmlns:a16="http://schemas.microsoft.com/office/drawing/2014/main" id="{1E201035-3B53-44B0-D9BA-78B81FF2CC30}"/>
              </a:ext>
            </a:extLst>
          </p:cNvPr>
          <p:cNvSpPr>
            <a:spLocks noGrp="1"/>
          </p:cNvSpPr>
          <p:nvPr>
            <p:ph type="sldNum" sz="quarter" idx="16"/>
          </p:nvPr>
        </p:nvSpPr>
        <p:spPr/>
        <p:txBody>
          <a:bodyPr/>
          <a:lstStyle/>
          <a:p>
            <a:fld id="{3135EEA2-8D42-4D46-95A6-66E65FDC5EB1}" type="slidenum">
              <a:rPr lang="it-IT" smtClean="0"/>
              <a:pPr/>
              <a:t>10</a:t>
            </a:fld>
            <a:endParaRPr lang="it-IT"/>
          </a:p>
        </p:txBody>
      </p:sp>
      <p:sp>
        <p:nvSpPr>
          <p:cNvPr id="8" name="TextBox 7">
            <a:extLst>
              <a:ext uri="{FF2B5EF4-FFF2-40B4-BE49-F238E27FC236}">
                <a16:creationId xmlns:a16="http://schemas.microsoft.com/office/drawing/2014/main" id="{D7C254F1-7AAE-7C75-ABAA-398C01A8ED41}"/>
              </a:ext>
            </a:extLst>
          </p:cNvPr>
          <p:cNvSpPr txBox="1"/>
          <p:nvPr/>
        </p:nvSpPr>
        <p:spPr>
          <a:xfrm>
            <a:off x="250811" y="1228114"/>
            <a:ext cx="10563726" cy="2862322"/>
          </a:xfrm>
          <a:prstGeom prst="rect">
            <a:avLst/>
          </a:prstGeom>
          <a:noFill/>
        </p:spPr>
        <p:txBody>
          <a:bodyPr wrap="square">
            <a:spAutoFit/>
          </a:bodyPr>
          <a:lstStyle/>
          <a:p>
            <a:pPr>
              <a:buNone/>
            </a:pPr>
            <a:r>
              <a:rPr lang="it-IT" sz="1200" dirty="0" err="1">
                <a:latin typeface="Arial" panose="020B0604020202020204" pitchFamily="34" charset="0"/>
                <a:cs typeface="Arial" panose="020B0604020202020204" pitchFamily="34" charset="0"/>
              </a:rPr>
              <a:t>Index.load_and_validate_structure</a:t>
            </a:r>
            <a:r>
              <a:rPr lang="it-IT" sz="1200" dirty="0">
                <a:latin typeface="Arial" panose="020B0604020202020204" pitchFamily="34" charset="0"/>
                <a:cs typeface="Arial" panose="020B0604020202020204" pitchFamily="34" charset="0"/>
              </a:rPr>
              <a:t>(): carica sets e </a:t>
            </a:r>
            <a:r>
              <a:rPr lang="it-IT" sz="1200" dirty="0" err="1">
                <a:latin typeface="Arial" panose="020B0604020202020204" pitchFamily="34" charset="0"/>
                <a:cs typeface="Arial" panose="020B0604020202020204" pitchFamily="34" charset="0"/>
              </a:rPr>
              <a:t>data_tables</a:t>
            </a:r>
            <a:r>
              <a:rPr lang="it-IT" sz="1200" dirty="0">
                <a:latin typeface="Arial" panose="020B0604020202020204" pitchFamily="34" charset="0"/>
                <a:cs typeface="Arial" panose="020B0604020202020204" pitchFamily="34" charset="0"/>
              </a:rPr>
              <a:t> dal </a:t>
            </a:r>
            <a:r>
              <a:rPr lang="it-IT" sz="1200" dirty="0" err="1">
                <a:latin typeface="Arial" panose="020B0604020202020204" pitchFamily="34" charset="0"/>
                <a:cs typeface="Arial" panose="020B0604020202020204" pitchFamily="34" charset="0"/>
              </a:rPr>
              <a:t>model_settings</a:t>
            </a:r>
            <a:r>
              <a:rPr lang="it-IT" sz="1200" dirty="0">
                <a:latin typeface="Arial" panose="020B0604020202020204" pitchFamily="34" charset="0"/>
                <a:cs typeface="Arial" panose="020B0604020202020204" pitchFamily="34" charset="0"/>
              </a:rPr>
              <a:t>, sceglie la </a:t>
            </a:r>
            <a:r>
              <a:rPr lang="it-IT" sz="1200" dirty="0" err="1">
                <a:latin typeface="Arial" panose="020B0604020202020204" pitchFamily="34" charset="0"/>
                <a:cs typeface="Arial" panose="020B0604020202020204" pitchFamily="34" charset="0"/>
              </a:rPr>
              <a:t>validation</a:t>
            </a:r>
            <a:r>
              <a:rPr lang="it-IT" sz="1200" dirty="0">
                <a:latin typeface="Arial" panose="020B0604020202020204" pitchFamily="34" charset="0"/>
                <a:cs typeface="Arial" panose="020B0604020202020204" pitchFamily="34" charset="0"/>
              </a:rPr>
              <a:t> </a:t>
            </a:r>
            <a:r>
              <a:rPr lang="it-IT" sz="1200" dirty="0" err="1">
                <a:latin typeface="Arial" panose="020B0604020202020204" pitchFamily="34" charset="0"/>
                <a:cs typeface="Arial" panose="020B0604020202020204" pitchFamily="34" charset="0"/>
              </a:rPr>
              <a:t>structure</a:t>
            </a:r>
            <a:r>
              <a:rPr lang="it-IT" sz="1200" dirty="0">
                <a:latin typeface="Arial" panose="020B0604020202020204" pitchFamily="34" charset="0"/>
                <a:cs typeface="Arial" panose="020B0604020202020204" pitchFamily="34" charset="0"/>
              </a:rPr>
              <a:t> e poi istanzia </a:t>
            </a:r>
            <a:r>
              <a:rPr lang="it-IT" sz="1200" dirty="0" err="1">
                <a:latin typeface="Arial" panose="020B0604020202020204" pitchFamily="34" charset="0"/>
                <a:cs typeface="Arial" panose="020B0604020202020204" pitchFamily="34" charset="0"/>
              </a:rPr>
              <a:t>DataTable</a:t>
            </a:r>
            <a:r>
              <a:rPr lang="it-IT" sz="1200" dirty="0">
                <a:latin typeface="Arial" panose="020B0604020202020204" pitchFamily="34" charset="0"/>
                <a:cs typeface="Arial" panose="020B0604020202020204" pitchFamily="34" charset="0"/>
              </a:rPr>
              <a:t>/</a:t>
            </a:r>
            <a:r>
              <a:rPr lang="it-IT" sz="1200" dirty="0" err="1">
                <a:latin typeface="Arial" panose="020B0604020202020204" pitchFamily="34" charset="0"/>
                <a:cs typeface="Arial" panose="020B0604020202020204" pitchFamily="34" charset="0"/>
              </a:rPr>
              <a:t>SetTable</a:t>
            </a:r>
            <a:r>
              <a:rPr lang="it-IT" sz="1200" dirty="0">
                <a:latin typeface="Arial" panose="020B0604020202020204" pitchFamily="34" charset="0"/>
                <a:cs typeface="Arial" panose="020B0604020202020204" pitchFamily="34" charset="0"/>
              </a:rPr>
              <a:t> -&gt; aggiungere </a:t>
            </a:r>
            <a:r>
              <a:rPr lang="it-IT" sz="1200" dirty="0" err="1">
                <a:latin typeface="Arial" panose="020B0604020202020204" pitchFamily="34" charset="0"/>
                <a:cs typeface="Arial" panose="020B0604020202020204" pitchFamily="34" charset="0"/>
              </a:rPr>
              <a:t>validation</a:t>
            </a:r>
            <a:r>
              <a:rPr lang="it-IT" sz="1200" dirty="0">
                <a:latin typeface="Arial" panose="020B0604020202020204" pitchFamily="34" charset="0"/>
                <a:cs typeface="Arial" panose="020B0604020202020204" pitchFamily="34" charset="0"/>
              </a:rPr>
              <a:t> </a:t>
            </a:r>
            <a:r>
              <a:rPr lang="it-IT" sz="1200" dirty="0" err="1">
                <a:latin typeface="Arial" panose="020B0604020202020204" pitchFamily="34" charset="0"/>
                <a:cs typeface="Arial" panose="020B0604020202020204" pitchFamily="34" charset="0"/>
              </a:rPr>
              <a:t>structure</a:t>
            </a:r>
            <a:r>
              <a:rPr lang="it-IT" sz="1200" dirty="0">
                <a:latin typeface="Arial" panose="020B0604020202020204" pitchFamily="34" charset="0"/>
                <a:cs typeface="Arial" panose="020B0604020202020204" pitchFamily="34" charset="0"/>
              </a:rPr>
              <a:t> per </a:t>
            </a:r>
            <a:r>
              <a:rPr lang="it-IT" sz="1200" dirty="0" err="1">
                <a:latin typeface="Arial" panose="020B0604020202020204" pitchFamily="34" charset="0"/>
                <a:cs typeface="Arial" panose="020B0604020202020204" pitchFamily="34" charset="0"/>
              </a:rPr>
              <a:t>self.settings</a:t>
            </a:r>
            <a:r>
              <a:rPr lang="it-IT" sz="1200" dirty="0">
                <a:latin typeface="Arial" panose="020B0604020202020204" pitchFamily="34" charset="0"/>
                <a:cs typeface="Arial" panose="020B0604020202020204" pitchFamily="34" charset="0"/>
              </a:rPr>
              <a:t>['</a:t>
            </a:r>
            <a:r>
              <a:rPr lang="it-IT" sz="1200" dirty="0" err="1">
                <a:latin typeface="Arial" panose="020B0604020202020204" pitchFamily="34" charset="0"/>
                <a:cs typeface="Arial" panose="020B0604020202020204" pitchFamily="34" charset="0"/>
              </a:rPr>
              <a:t>Uncertainty</a:t>
            </a:r>
            <a:r>
              <a:rPr lang="it-IT" sz="1200" dirty="0">
                <a:latin typeface="Arial" panose="020B0604020202020204" pitchFamily="34" charset="0"/>
                <a:cs typeface="Arial" panose="020B0604020202020204" pitchFamily="34" charset="0"/>
              </a:rPr>
              <a:t>'] </a:t>
            </a:r>
            <a:r>
              <a:rPr lang="it-IT" sz="1200" dirty="0" err="1">
                <a:latin typeface="Arial" panose="020B0604020202020204" pitchFamily="34" charset="0"/>
                <a:cs typeface="Arial" panose="020B0604020202020204" pitchFamily="34" charset="0"/>
              </a:rPr>
              <a:t>is</a:t>
            </a:r>
            <a:r>
              <a:rPr lang="it-IT" sz="1200" dirty="0">
                <a:latin typeface="Arial" panose="020B0604020202020204" pitchFamily="34" charset="0"/>
                <a:cs typeface="Arial" panose="020B0604020202020204" pitchFamily="34" charset="0"/>
              </a:rPr>
              <a:t> True</a:t>
            </a:r>
          </a:p>
          <a:p>
            <a:pPr>
              <a:buNone/>
            </a:pPr>
            <a:endParaRPr lang="it-IT" sz="1200" dirty="0">
              <a:latin typeface="Arial" panose="020B0604020202020204" pitchFamily="34" charset="0"/>
              <a:cs typeface="Arial" panose="020B0604020202020204" pitchFamily="34" charset="0"/>
            </a:endParaRPr>
          </a:p>
          <a:p>
            <a:pPr marL="685800" lvl="1" indent="-228600">
              <a:buFont typeface="Arial" panose="020B0604020202020204" pitchFamily="34" charset="0"/>
              <a:buChar char="→"/>
            </a:pPr>
            <a:r>
              <a:rPr lang="it-IT" sz="1200" dirty="0" err="1">
                <a:latin typeface="Arial" panose="020B0604020202020204" pitchFamily="34" charset="0"/>
                <a:cs typeface="Arial" panose="020B0604020202020204" pitchFamily="34" charset="0"/>
              </a:rPr>
              <a:t>FileManager.load_data_structure</a:t>
            </a:r>
            <a:r>
              <a:rPr lang="it-IT" sz="1200" dirty="0">
                <a:latin typeface="Arial" panose="020B0604020202020204" pitchFamily="34" charset="0"/>
                <a:cs typeface="Arial" panose="020B0604020202020204" pitchFamily="34" charset="0"/>
              </a:rPr>
              <a:t>(): richiamato dentro Index da </a:t>
            </a:r>
            <a:r>
              <a:rPr lang="it-IT" sz="1200" dirty="0" err="1">
                <a:latin typeface="Arial" panose="020B0604020202020204" pitchFamily="34" charset="0"/>
                <a:cs typeface="Arial" panose="020B0604020202020204" pitchFamily="34" charset="0"/>
              </a:rPr>
              <a:t>FileManager</a:t>
            </a:r>
            <a:r>
              <a:rPr lang="it-IT" sz="1200" dirty="0">
                <a:latin typeface="Arial" panose="020B0604020202020204" pitchFamily="34" charset="0"/>
                <a:cs typeface="Arial" panose="020B0604020202020204" pitchFamily="34" charset="0"/>
              </a:rPr>
              <a:t>, per YAML legge direttamente il .</a:t>
            </a:r>
            <a:r>
              <a:rPr lang="it-IT" sz="1200" dirty="0" err="1">
                <a:latin typeface="Arial" panose="020B0604020202020204" pitchFamily="34" charset="0"/>
                <a:cs typeface="Arial" panose="020B0604020202020204" pitchFamily="34" charset="0"/>
              </a:rPr>
              <a:t>yml</a:t>
            </a:r>
            <a:r>
              <a:rPr lang="it-IT" sz="1200" dirty="0">
                <a:latin typeface="Arial" panose="020B0604020202020204" pitchFamily="34" charset="0"/>
                <a:cs typeface="Arial" panose="020B0604020202020204" pitchFamily="34" charset="0"/>
              </a:rPr>
              <a:t>; per Excel legge il tab del setup, normalizza il </a:t>
            </a:r>
            <a:r>
              <a:rPr lang="it-IT" sz="1200" dirty="0" err="1">
                <a:latin typeface="Arial" panose="020B0604020202020204" pitchFamily="34" charset="0"/>
                <a:cs typeface="Arial" panose="020B0604020202020204" pitchFamily="34" charset="0"/>
              </a:rPr>
              <a:t>dataframe</a:t>
            </a:r>
            <a:r>
              <a:rPr lang="it-IT" sz="1200" dirty="0">
                <a:latin typeface="Arial" panose="020B0604020202020204" pitchFamily="34" charset="0"/>
                <a:cs typeface="Arial" panose="020B0604020202020204" pitchFamily="34" charset="0"/>
              </a:rPr>
              <a:t> e lo converte in dizionario con </a:t>
            </a:r>
            <a:r>
              <a:rPr lang="it-IT" sz="1200" dirty="0" err="1">
                <a:latin typeface="Arial" panose="020B0604020202020204" pitchFamily="34" charset="0"/>
                <a:cs typeface="Arial" panose="020B0604020202020204" pitchFamily="34" charset="0"/>
              </a:rPr>
              <a:t>util.pivot_dataframe_to_data_structure</a:t>
            </a:r>
            <a:r>
              <a:rPr lang="it-IT" sz="1200" dirty="0">
                <a:latin typeface="Arial" panose="020B0604020202020204" pitchFamily="34" charset="0"/>
                <a:cs typeface="Arial" panose="020B0604020202020204" pitchFamily="34" charset="0"/>
              </a:rPr>
              <a:t>(). Questo è il metodo che deve “vedere” correttamente le due nuove colonne Excel. </a:t>
            </a:r>
          </a:p>
          <a:p>
            <a:pPr marL="685800" lvl="1" indent="-228600">
              <a:buFont typeface="Arial" panose="020B0604020202020204" pitchFamily="34" charset="0"/>
              <a:buChar char="→"/>
            </a:pPr>
            <a:r>
              <a:rPr lang="it-IT" sz="1200" dirty="0" err="1">
                <a:latin typeface="Arial" panose="020B0604020202020204" pitchFamily="34" charset="0"/>
                <a:cs typeface="Arial" panose="020B0604020202020204" pitchFamily="34" charset="0"/>
              </a:rPr>
              <a:t>FileManager.validate_data_structure</a:t>
            </a:r>
            <a:r>
              <a:rPr lang="it-IT" sz="1200" dirty="0">
                <a:latin typeface="Arial" panose="020B0604020202020204" pitchFamily="34" charset="0"/>
                <a:cs typeface="Arial" panose="020B0604020202020204" pitchFamily="34" charset="0"/>
              </a:rPr>
              <a:t>(): questo blocca le chiavi inattese. Quindi se </a:t>
            </a:r>
            <a:r>
              <a:rPr lang="it-IT" sz="1200" dirty="0" err="1">
                <a:latin typeface="Arial" panose="020B0604020202020204" pitchFamily="34" charset="0"/>
                <a:cs typeface="Arial" panose="020B0604020202020204" pitchFamily="34" charset="0"/>
              </a:rPr>
              <a:t>is_uncertain</a:t>
            </a:r>
            <a:r>
              <a:rPr lang="it-IT" sz="1200" dirty="0">
                <a:latin typeface="Arial" panose="020B0604020202020204" pitchFamily="34" charset="0"/>
                <a:cs typeface="Arial" panose="020B0604020202020204" pitchFamily="34" charset="0"/>
              </a:rPr>
              <a:t> e </a:t>
            </a:r>
            <a:r>
              <a:rPr lang="it-IT" sz="1200" dirty="0" err="1">
                <a:latin typeface="Arial" panose="020B0604020202020204" pitchFamily="34" charset="0"/>
                <a:cs typeface="Arial" panose="020B0604020202020204" pitchFamily="34" charset="0"/>
              </a:rPr>
              <a:t>uncertainty_measure</a:t>
            </a:r>
            <a:r>
              <a:rPr lang="it-IT" sz="1200" dirty="0">
                <a:latin typeface="Arial" panose="020B0604020202020204" pitchFamily="34" charset="0"/>
                <a:cs typeface="Arial" panose="020B0604020202020204" pitchFamily="34" charset="0"/>
              </a:rPr>
              <a:t> non sono nella </a:t>
            </a:r>
            <a:r>
              <a:rPr lang="it-IT" sz="1200" dirty="0" err="1">
                <a:latin typeface="Arial" panose="020B0604020202020204" pitchFamily="34" charset="0"/>
                <a:cs typeface="Arial" panose="020B0604020202020204" pitchFamily="34" charset="0"/>
              </a:rPr>
              <a:t>validation</a:t>
            </a:r>
            <a:r>
              <a:rPr lang="it-IT" sz="1200" dirty="0">
                <a:latin typeface="Arial" panose="020B0604020202020204" pitchFamily="34" charset="0"/>
                <a:cs typeface="Arial" panose="020B0604020202020204" pitchFamily="34" charset="0"/>
              </a:rPr>
              <a:t> </a:t>
            </a:r>
            <a:r>
              <a:rPr lang="it-IT" sz="1200" dirty="0" err="1">
                <a:latin typeface="Arial" panose="020B0604020202020204" pitchFamily="34" charset="0"/>
                <a:cs typeface="Arial" panose="020B0604020202020204" pitchFamily="34" charset="0"/>
              </a:rPr>
              <a:t>structure</a:t>
            </a:r>
            <a:r>
              <a:rPr lang="it-IT" sz="1200" dirty="0">
                <a:latin typeface="Arial" panose="020B0604020202020204" pitchFamily="34" charset="0"/>
                <a:cs typeface="Arial" panose="020B0604020202020204" pitchFamily="34" charset="0"/>
              </a:rPr>
              <a:t> usata in quel momento, fallisce. </a:t>
            </a:r>
          </a:p>
          <a:p>
            <a:pPr>
              <a:buNone/>
            </a:pPr>
            <a:endParaRPr lang="it-IT" sz="1200" dirty="0">
              <a:latin typeface="Arial" panose="020B0604020202020204" pitchFamily="34" charset="0"/>
              <a:cs typeface="Arial" panose="020B0604020202020204" pitchFamily="34" charset="0"/>
            </a:endParaRPr>
          </a:p>
          <a:p>
            <a:pPr>
              <a:buNone/>
            </a:pPr>
            <a:r>
              <a:rPr lang="it-IT" sz="1200" dirty="0" err="1">
                <a:latin typeface="Arial" panose="020B0604020202020204" pitchFamily="34" charset="0"/>
                <a:cs typeface="Arial" panose="020B0604020202020204" pitchFamily="34" charset="0"/>
              </a:rPr>
              <a:t>Index.check_data_coherence</a:t>
            </a:r>
            <a:r>
              <a:rPr lang="it-IT" sz="1200" dirty="0">
                <a:latin typeface="Arial" panose="020B0604020202020204" pitchFamily="34" charset="0"/>
                <a:cs typeface="Arial" panose="020B0604020202020204" pitchFamily="34" charset="0"/>
              </a:rPr>
              <a:t>(): anche se la validazione passa, questo controllo può ancora considerare quelle due proprietà come non ammesse dentro </a:t>
            </a:r>
            <a:r>
              <a:rPr lang="it-IT" sz="1200" dirty="0" err="1">
                <a:latin typeface="Arial" panose="020B0604020202020204" pitchFamily="34" charset="0"/>
                <a:cs typeface="Arial" panose="020B0604020202020204" pitchFamily="34" charset="0"/>
              </a:rPr>
              <a:t>variables_info</a:t>
            </a:r>
            <a:r>
              <a:rPr lang="it-IT" sz="1200" dirty="0">
                <a:latin typeface="Arial" panose="020B0604020202020204" pitchFamily="34" charset="0"/>
                <a:cs typeface="Arial" panose="020B0604020202020204" pitchFamily="34" charset="0"/>
              </a:rPr>
              <a:t>. Qui vanno aggiunte alle proprietà “speciali” consentite, insieme a </a:t>
            </a:r>
            <a:r>
              <a:rPr lang="it-IT" sz="1200" dirty="0" err="1">
                <a:latin typeface="Arial" panose="020B0604020202020204" pitchFamily="34" charset="0"/>
                <a:cs typeface="Arial" panose="020B0604020202020204" pitchFamily="34" charset="0"/>
              </a:rPr>
              <a:t>value</a:t>
            </a:r>
            <a:r>
              <a:rPr lang="it-IT" sz="1200" dirty="0">
                <a:latin typeface="Arial" panose="020B0604020202020204" pitchFamily="34" charset="0"/>
                <a:cs typeface="Arial" panose="020B0604020202020204" pitchFamily="34" charset="0"/>
              </a:rPr>
              <a:t>, </a:t>
            </a:r>
            <a:r>
              <a:rPr lang="it-IT" sz="1200" dirty="0" err="1">
                <a:latin typeface="Arial" panose="020B0604020202020204" pitchFamily="34" charset="0"/>
                <a:cs typeface="Arial" panose="020B0604020202020204" pitchFamily="34" charset="0"/>
              </a:rPr>
              <a:t>blank_fill</a:t>
            </a:r>
            <a:r>
              <a:rPr lang="it-IT" sz="1200" dirty="0">
                <a:latin typeface="Arial" panose="020B0604020202020204" pitchFamily="34" charset="0"/>
                <a:cs typeface="Arial" panose="020B0604020202020204" pitchFamily="34" charset="0"/>
              </a:rPr>
              <a:t>, </a:t>
            </a:r>
            <a:r>
              <a:rPr lang="it-IT" sz="1200" dirty="0" err="1">
                <a:latin typeface="Arial" panose="020B0604020202020204" pitchFamily="34" charset="0"/>
                <a:cs typeface="Arial" panose="020B0604020202020204" pitchFamily="34" charset="0"/>
              </a:rPr>
              <a:t>nonneg</a:t>
            </a:r>
            <a:r>
              <a:rPr lang="it-IT" sz="1200" dirty="0">
                <a:latin typeface="Arial" panose="020B0604020202020204" pitchFamily="34" charset="0"/>
                <a:cs typeface="Arial" panose="020B0604020202020204" pitchFamily="34" charset="0"/>
              </a:rPr>
              <a:t>. </a:t>
            </a:r>
          </a:p>
          <a:p>
            <a:pPr>
              <a:buNone/>
            </a:pPr>
            <a:r>
              <a:rPr lang="it-IT" sz="1200" dirty="0">
                <a:latin typeface="Arial" panose="020B0604020202020204" pitchFamily="34" charset="0"/>
                <a:cs typeface="Arial" panose="020B0604020202020204" pitchFamily="34" charset="0"/>
              </a:rPr>
              <a:t> </a:t>
            </a:r>
          </a:p>
          <a:p>
            <a:pPr>
              <a:buNone/>
            </a:pPr>
            <a:r>
              <a:rPr lang="it-IT" sz="1200" dirty="0" err="1">
                <a:latin typeface="Arial" panose="020B0604020202020204" pitchFamily="34" charset="0"/>
                <a:cs typeface="Arial" panose="020B0604020202020204" pitchFamily="34" charset="0"/>
              </a:rPr>
              <a:t>Variable.rearrange_var_info</a:t>
            </a:r>
            <a:r>
              <a:rPr lang="it-IT" sz="1200" dirty="0">
                <a:latin typeface="Arial" panose="020B0604020202020204" pitchFamily="34" charset="0"/>
                <a:cs typeface="Arial" panose="020B0604020202020204" pitchFamily="34" charset="0"/>
              </a:rPr>
              <a:t>(): è il metodo che prende le informazioni grezze da </a:t>
            </a:r>
            <a:r>
              <a:rPr lang="it-IT" sz="1200" dirty="0" err="1">
                <a:latin typeface="Arial" panose="020B0604020202020204" pitchFamily="34" charset="0"/>
                <a:cs typeface="Arial" panose="020B0604020202020204" pitchFamily="34" charset="0"/>
              </a:rPr>
              <a:t>var_info</a:t>
            </a:r>
            <a:r>
              <a:rPr lang="it-IT" sz="1200" dirty="0">
                <a:latin typeface="Arial" panose="020B0604020202020204" pitchFamily="34" charset="0"/>
                <a:cs typeface="Arial" panose="020B0604020202020204" pitchFamily="34" charset="0"/>
              </a:rPr>
              <a:t> e le porta negli attributi dell’oggetto </a:t>
            </a:r>
            <a:r>
              <a:rPr lang="it-IT" sz="1200" dirty="0" err="1">
                <a:latin typeface="Arial" panose="020B0604020202020204" pitchFamily="34" charset="0"/>
                <a:cs typeface="Arial" panose="020B0604020202020204" pitchFamily="34" charset="0"/>
              </a:rPr>
              <a:t>Variable</a:t>
            </a:r>
            <a:r>
              <a:rPr lang="it-IT" sz="1200" dirty="0">
                <a:latin typeface="Arial" panose="020B0604020202020204" pitchFamily="34" charset="0"/>
                <a:cs typeface="Arial" panose="020B0604020202020204" pitchFamily="34" charset="0"/>
              </a:rPr>
              <a:t>. Ora legge </a:t>
            </a:r>
            <a:r>
              <a:rPr lang="it-IT" sz="1200" dirty="0" err="1">
                <a:latin typeface="Arial" panose="020B0604020202020204" pitchFamily="34" charset="0"/>
                <a:cs typeface="Arial" panose="020B0604020202020204" pitchFamily="34" charset="0"/>
              </a:rPr>
              <a:t>value</a:t>
            </a:r>
            <a:r>
              <a:rPr lang="it-IT" sz="1200" dirty="0">
                <a:latin typeface="Arial" panose="020B0604020202020204" pitchFamily="34" charset="0"/>
                <a:cs typeface="Arial" panose="020B0604020202020204" pitchFamily="34" charset="0"/>
              </a:rPr>
              <a:t>, </a:t>
            </a:r>
            <a:r>
              <a:rPr lang="it-IT" sz="1200" dirty="0" err="1">
                <a:latin typeface="Arial" panose="020B0604020202020204" pitchFamily="34" charset="0"/>
                <a:cs typeface="Arial" panose="020B0604020202020204" pitchFamily="34" charset="0"/>
              </a:rPr>
              <a:t>blank_fill</a:t>
            </a:r>
            <a:r>
              <a:rPr lang="it-IT" sz="1200" dirty="0">
                <a:latin typeface="Arial" panose="020B0604020202020204" pitchFamily="34" charset="0"/>
                <a:cs typeface="Arial" panose="020B0604020202020204" pitchFamily="34" charset="0"/>
              </a:rPr>
              <a:t>, </a:t>
            </a:r>
            <a:r>
              <a:rPr lang="it-IT" sz="1200" dirty="0" err="1">
                <a:latin typeface="Arial" panose="020B0604020202020204" pitchFamily="34" charset="0"/>
                <a:cs typeface="Arial" panose="020B0604020202020204" pitchFamily="34" charset="0"/>
              </a:rPr>
              <a:t>nonneg</a:t>
            </a:r>
            <a:r>
              <a:rPr lang="it-IT" sz="1200" dirty="0">
                <a:latin typeface="Arial" panose="020B0604020202020204" pitchFamily="34" charset="0"/>
                <a:cs typeface="Arial" panose="020B0604020202020204" pitchFamily="34" charset="0"/>
              </a:rPr>
              <a:t>; deve leggere anche </a:t>
            </a:r>
            <a:r>
              <a:rPr lang="it-IT" sz="1200" dirty="0" err="1">
                <a:latin typeface="Arial" panose="020B0604020202020204" pitchFamily="34" charset="0"/>
                <a:cs typeface="Arial" panose="020B0604020202020204" pitchFamily="34" charset="0"/>
              </a:rPr>
              <a:t>is_uncertain</a:t>
            </a:r>
            <a:r>
              <a:rPr lang="it-IT" sz="1200" dirty="0">
                <a:latin typeface="Arial" panose="020B0604020202020204" pitchFamily="34" charset="0"/>
                <a:cs typeface="Arial" panose="020B0604020202020204" pitchFamily="34" charset="0"/>
              </a:rPr>
              <a:t> e </a:t>
            </a:r>
            <a:r>
              <a:rPr lang="it-IT" sz="1200" dirty="0" err="1">
                <a:latin typeface="Arial" panose="020B0604020202020204" pitchFamily="34" charset="0"/>
                <a:cs typeface="Arial" panose="020B0604020202020204" pitchFamily="34" charset="0"/>
              </a:rPr>
              <a:t>uncertainty_measure</a:t>
            </a:r>
            <a:r>
              <a:rPr lang="it-IT" sz="1200" dirty="0">
                <a:latin typeface="Arial" panose="020B0604020202020204" pitchFamily="34" charset="0"/>
                <a:cs typeface="Arial" panose="020B0604020202020204" pitchFamily="34" charset="0"/>
              </a:rPr>
              <a:t>. </a:t>
            </a:r>
          </a:p>
          <a:p>
            <a:pPr>
              <a:buNone/>
            </a:pPr>
            <a:endParaRPr lang="it-IT"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8811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B3A1-5E62-75CD-C197-64F1411108BE}"/>
              </a:ext>
            </a:extLst>
          </p:cNvPr>
          <p:cNvSpPr>
            <a:spLocks noGrp="1"/>
          </p:cNvSpPr>
          <p:nvPr>
            <p:ph type="title"/>
          </p:nvPr>
        </p:nvSpPr>
        <p:spPr/>
        <p:txBody>
          <a:bodyPr/>
          <a:lstStyle/>
          <a:p>
            <a:r>
              <a:rPr lang="it-IT" dirty="0"/>
              <a:t>creazione database</a:t>
            </a:r>
            <a:endParaRPr lang="en-US" dirty="0"/>
          </a:p>
        </p:txBody>
      </p:sp>
      <p:sp>
        <p:nvSpPr>
          <p:cNvPr id="3" name="Text Placeholder 2">
            <a:extLst>
              <a:ext uri="{FF2B5EF4-FFF2-40B4-BE49-F238E27FC236}">
                <a16:creationId xmlns:a16="http://schemas.microsoft.com/office/drawing/2014/main" id="{A2695C85-1AE2-F02D-4B49-66B98147049E}"/>
              </a:ext>
            </a:extLst>
          </p:cNvPr>
          <p:cNvSpPr>
            <a:spLocks noGrp="1"/>
          </p:cNvSpPr>
          <p:nvPr>
            <p:ph type="body" sz="quarter" idx="13"/>
          </p:nvPr>
        </p:nvSpPr>
        <p:spPr/>
        <p:txBody>
          <a:bodyPr/>
          <a:lstStyle/>
          <a:p>
            <a:r>
              <a:rPr lang="en-US" sz="1100" dirty="0">
                <a:latin typeface="Arial" panose="020B0604020202020204" pitchFamily="34" charset="0"/>
                <a:cs typeface="Arial" panose="020B0604020202020204" pitchFamily="34" charset="0"/>
              </a:rPr>
              <a:t>Model._initialize_blank_data_structure() </a:t>
            </a:r>
          </a:p>
          <a:p>
            <a:pPr marL="628650" lvl="1" indent="-171450">
              <a:buFont typeface="Arial" panose="020B0604020202020204" pitchFamily="34" charset="0"/>
              <a:buChar char="→"/>
            </a:pPr>
            <a:r>
              <a:rPr lang="en-US" sz="1100" dirty="0" err="1">
                <a:latin typeface="Arial" panose="020B0604020202020204" pitchFamily="34" charset="0"/>
                <a:cs typeface="Arial" panose="020B0604020202020204" pitchFamily="34" charset="0"/>
              </a:rPr>
              <a:t>Database.generate_blank_sqlite_data_tables</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importa</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i</a:t>
            </a:r>
            <a:r>
              <a:rPr lang="en-US" sz="1100" dirty="0">
                <a:latin typeface="Arial" panose="020B0604020202020204" pitchFamily="34" charset="0"/>
                <a:cs typeface="Arial" panose="020B0604020202020204" pitchFamily="34" charset="0"/>
              </a:rPr>
              <a:t> set </a:t>
            </a:r>
            <a:r>
              <a:rPr lang="en-US" sz="1100" dirty="0" err="1">
                <a:latin typeface="Arial" panose="020B0604020202020204" pitchFamily="34" charset="0"/>
                <a:cs typeface="Arial" panose="020B0604020202020204" pitchFamily="34" charset="0"/>
              </a:rPr>
              <a:t>nel</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db</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dovrebbe</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andare</a:t>
            </a:r>
            <a:r>
              <a:rPr lang="en-US" sz="1100" dirty="0">
                <a:latin typeface="Arial" panose="020B0604020202020204" pitchFamily="34" charset="0"/>
                <a:cs typeface="Arial" panose="020B0604020202020204" pitchFamily="34" charset="0"/>
              </a:rPr>
              <a:t> bene </a:t>
            </a:r>
            <a:r>
              <a:rPr lang="en-US" sz="1100" dirty="0" err="1">
                <a:latin typeface="Arial" panose="020B0604020202020204" pitchFamily="34" charset="0"/>
                <a:cs typeface="Arial" panose="020B0604020202020204" pitchFamily="34" charset="0"/>
              </a:rPr>
              <a:t>così</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com’è</a:t>
            </a:r>
            <a:r>
              <a:rPr lang="en-US" sz="1100" dirty="0">
                <a:latin typeface="Arial" panose="020B0604020202020204" pitchFamily="34" charset="0"/>
                <a:cs typeface="Arial" panose="020B0604020202020204" pitchFamily="34" charset="0"/>
              </a:rPr>
              <a:t>)</a:t>
            </a:r>
          </a:p>
          <a:p>
            <a:pPr marL="628650" lvl="1"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Database.generate_blank_sqlite_data_tables</a:t>
            </a:r>
            <a:r>
              <a:rPr lang="en-US" sz="1100" dirty="0">
                <a:latin typeface="Arial" panose="020B0604020202020204" pitchFamily="34" charset="0"/>
                <a:cs typeface="Arial" panose="020B0604020202020204" pitchFamily="34" charset="0"/>
              </a:rPr>
              <a:t>(self) </a:t>
            </a:r>
            <a:r>
              <a:rPr lang="en-US" sz="1100" dirty="0" err="1">
                <a:latin typeface="Arial" panose="020B0604020202020204" pitchFamily="34" charset="0"/>
                <a:cs typeface="Arial" panose="020B0604020202020204" pitchFamily="34" charset="0"/>
              </a:rPr>
              <a:t>crea</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tabelle</a:t>
            </a:r>
            <a:r>
              <a:rPr lang="en-US" sz="1100" dirty="0">
                <a:latin typeface="Arial" panose="020B0604020202020204" pitchFamily="34" charset="0"/>
                <a:cs typeface="Arial" panose="020B0604020202020204" pitchFamily="34" charset="0"/>
              </a:rPr>
              <a:t> per </a:t>
            </a:r>
            <a:r>
              <a:rPr lang="en-US" sz="1100" dirty="0" err="1">
                <a:latin typeface="Arial" panose="020B0604020202020204" pitchFamily="34" charset="0"/>
                <a:cs typeface="Arial" panose="020B0604020202020204" pitchFamily="34" charset="0"/>
              </a:rPr>
              <a:t>table_key</a:t>
            </a:r>
            <a:r>
              <a:rPr lang="en-US" sz="1100" dirty="0">
                <a:latin typeface="Arial" panose="020B0604020202020204" pitchFamily="34" charset="0"/>
                <a:cs typeface="Arial" panose="020B0604020202020204" pitchFamily="34" charset="0"/>
              </a:rPr>
              <a:t> = </a:t>
            </a:r>
            <a:r>
              <a:rPr lang="en-US" sz="1100" i="1" dirty="0" err="1">
                <a:latin typeface="Arial" panose="020B0604020202020204" pitchFamily="34" charset="0"/>
                <a:cs typeface="Arial" panose="020B0604020202020204" pitchFamily="34" charset="0"/>
              </a:rPr>
              <a:t>Tab_i</a:t>
            </a:r>
            <a:r>
              <a:rPr lang="en-US" sz="1100" i="1"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mette</a:t>
            </a:r>
            <a:r>
              <a:rPr lang="en-US" sz="1100" dirty="0">
                <a:latin typeface="Arial" panose="020B0604020202020204" pitchFamily="34" charset="0"/>
                <a:cs typeface="Arial" panose="020B0604020202020204" pitchFamily="34" charset="0"/>
              </a:rPr>
              <a:t> come </a:t>
            </a:r>
            <a:r>
              <a:rPr lang="en-US" sz="1100" dirty="0" err="1">
                <a:latin typeface="Arial" panose="020B0604020202020204" pitchFamily="34" charset="0"/>
                <a:cs typeface="Arial" panose="020B0604020202020204" pitchFamily="34" charset="0"/>
              </a:rPr>
              <a:t>table_headers</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quello</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che</a:t>
            </a:r>
            <a:r>
              <a:rPr lang="en-US" sz="1100" dirty="0">
                <a:latin typeface="Arial" panose="020B0604020202020204" pitchFamily="34" charset="0"/>
                <a:cs typeface="Arial" panose="020B0604020202020204" pitchFamily="34" charset="0"/>
              </a:rPr>
              <a:t> trova </a:t>
            </a:r>
            <a:r>
              <a:rPr lang="en-US" sz="1100" dirty="0" err="1">
                <a:latin typeface="Arial" panose="020B0604020202020204" pitchFamily="34" charset="0"/>
                <a:cs typeface="Arial" panose="020B0604020202020204" pitchFamily="34" charset="0"/>
              </a:rPr>
              <a:t>nelle</a:t>
            </a:r>
            <a:r>
              <a:rPr lang="en-US" sz="1100" dirty="0">
                <a:latin typeface="Arial" panose="020B0604020202020204" pitchFamily="34" charset="0"/>
                <a:cs typeface="Arial" panose="020B0604020202020204" pitchFamily="34" charset="0"/>
              </a:rPr>
              <a:t> coordinate (la </a:t>
            </a:r>
            <a:r>
              <a:rPr lang="en-US" sz="1100" dirty="0" err="1">
                <a:latin typeface="Arial" panose="020B0604020202020204" pitchFamily="34" charset="0"/>
                <a:cs typeface="Arial" panose="020B0604020202020204" pitchFamily="34" charset="0"/>
              </a:rPr>
              <a:t>clolonna</a:t>
            </a:r>
            <a:r>
              <a:rPr lang="en-US" sz="1100" dirty="0">
                <a:latin typeface="Arial" panose="020B0604020202020204" pitchFamily="34" charset="0"/>
                <a:cs typeface="Arial" panose="020B0604020202020204" pitchFamily="34" charset="0"/>
              </a:rPr>
              <a:t> values la </a:t>
            </a:r>
            <a:r>
              <a:rPr lang="en-US" sz="1100" dirty="0" err="1">
                <a:latin typeface="Arial" panose="020B0604020202020204" pitchFamily="34" charset="0"/>
                <a:cs typeface="Arial" panose="020B0604020202020204" pitchFamily="34" charset="0"/>
              </a:rPr>
              <a:t>aggiunge</a:t>
            </a:r>
            <a:r>
              <a:rPr lang="en-US" sz="1100" dirty="0">
                <a:latin typeface="Arial" panose="020B0604020202020204" pitchFamily="34" charset="0"/>
                <a:cs typeface="Arial" panose="020B0604020202020204" pitchFamily="34" charset="0"/>
              </a:rPr>
              <a:t> dopo)</a:t>
            </a:r>
          </a:p>
          <a:p>
            <a:pPr lvl="1"/>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Database.sets_data_to_sql_data_tables() → </a:t>
            </a:r>
            <a:r>
              <a:rPr lang="en-US" sz="1100" dirty="0" err="1">
                <a:latin typeface="Arial" panose="020B0604020202020204" pitchFamily="34" charset="0"/>
                <a:cs typeface="Arial" panose="020B0604020202020204" pitchFamily="34" charset="0"/>
              </a:rPr>
              <a:t>generazione</a:t>
            </a:r>
            <a:r>
              <a:rPr lang="en-US" sz="1100" dirty="0">
                <a:latin typeface="Arial" panose="020B0604020202020204" pitchFamily="34" charset="0"/>
                <a:cs typeface="Arial" panose="020B0604020202020204" pitchFamily="34" charset="0"/>
              </a:rPr>
              <a:t> delle </a:t>
            </a:r>
            <a:r>
              <a:rPr lang="en-US" sz="1100" dirty="0" err="1">
                <a:latin typeface="Arial" panose="020B0604020202020204" pitchFamily="34" charset="0"/>
                <a:cs typeface="Arial" panose="020B0604020202020204" pitchFamily="34" charset="0"/>
              </a:rPr>
              <a:t>righe</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prodotto</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cartesiano</a:t>
            </a:r>
            <a:r>
              <a:rPr lang="en-US" sz="1100" dirty="0">
                <a:latin typeface="Arial" panose="020B0604020202020204" pitchFamily="34" charset="0"/>
                <a:cs typeface="Arial" panose="020B0604020202020204" pitchFamily="34" charset="0"/>
              </a:rPr>
              <a:t> coordinate </a:t>
            </a:r>
            <a:r>
              <a:rPr lang="en-US" sz="1100" dirty="0" err="1">
                <a:latin typeface="Arial" panose="020B0604020202020204" pitchFamily="34" charset="0"/>
                <a:cs typeface="Arial" panose="020B0604020202020204" pitchFamily="34" charset="0"/>
              </a:rPr>
              <a:t>variabile</a:t>
            </a:r>
            <a:r>
              <a:rPr lang="en-US" sz="1100" dirty="0">
                <a:latin typeface="Arial" panose="020B0604020202020204" pitchFamily="34" charset="0"/>
                <a:cs typeface="Arial" panose="020B0604020202020204" pitchFamily="34" charset="0"/>
              </a:rPr>
              <a:t>, alla fine </a:t>
            </a:r>
            <a:r>
              <a:rPr lang="en-US" sz="1100" dirty="0" err="1">
                <a:latin typeface="Arial" panose="020B0604020202020204" pitchFamily="34" charset="0"/>
                <a:cs typeface="Arial" panose="020B0604020202020204" pitchFamily="34" charset="0"/>
              </a:rPr>
              <a:t>aggiugne</a:t>
            </a:r>
            <a:r>
              <a:rPr lang="en-US" sz="1100" dirty="0">
                <a:latin typeface="Arial" panose="020B0604020202020204" pitchFamily="34" charset="0"/>
                <a:cs typeface="Arial" panose="020B0604020202020204" pitchFamily="34" charset="0"/>
              </a:rPr>
              <a:t> la </a:t>
            </a:r>
            <a:r>
              <a:rPr lang="en-US" sz="1100" dirty="0" err="1">
                <a:latin typeface="Arial" panose="020B0604020202020204" pitchFamily="34" charset="0"/>
                <a:cs typeface="Arial" panose="020B0604020202020204" pitchFamily="34" charset="0"/>
              </a:rPr>
              <a:t>colonan</a:t>
            </a:r>
            <a:r>
              <a:rPr lang="en-US" sz="1100" dirty="0">
                <a:latin typeface="Arial" panose="020B0604020202020204" pitchFamily="34" charset="0"/>
                <a:cs typeface="Arial" panose="020B0604020202020204" pitchFamily="34" charset="0"/>
              </a:rPr>
              <a:t> values, ora se </a:t>
            </a:r>
            <a:r>
              <a:rPr lang="en-US" sz="1100" dirty="0" err="1">
                <a:latin typeface="Arial" panose="020B0604020202020204" pitchFamily="34" charset="0"/>
                <a:cs typeface="Arial" panose="020B0604020202020204" pitchFamily="34" charset="0"/>
              </a:rPr>
              <a:t>nella</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tabella</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c’è</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almeno</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una</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variabile</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incera</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aggiungerà</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anche</a:t>
            </a:r>
            <a:r>
              <a:rPr lang="en-US" sz="1100" dirty="0">
                <a:latin typeface="Arial" panose="020B0604020202020204" pitchFamily="34" charset="0"/>
                <a:cs typeface="Arial" panose="020B0604020202020204" pitchFamily="34" charset="0"/>
              </a:rPr>
              <a:t> le </a:t>
            </a:r>
            <a:r>
              <a:rPr lang="en-US" sz="1100" dirty="0" err="1">
                <a:latin typeface="Arial" panose="020B0604020202020204" pitchFamily="34" charset="0"/>
                <a:cs typeface="Arial" panose="020B0604020202020204" pitchFamily="34" charset="0"/>
              </a:rPr>
              <a:t>colonne</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upper_bound</a:t>
            </a:r>
            <a:r>
              <a:rPr lang="en-US" sz="1100" dirty="0">
                <a:latin typeface="Arial" panose="020B0604020202020204" pitchFamily="34" charset="0"/>
                <a:cs typeface="Arial" panose="020B0604020202020204" pitchFamily="34" charset="0"/>
              </a:rPr>
              <a:t>, e </a:t>
            </a:r>
            <a:r>
              <a:rPr lang="en-US" sz="1100" dirty="0" err="1">
                <a:latin typeface="Arial" panose="020B0604020202020204" pitchFamily="34" charset="0"/>
                <a:cs typeface="Arial" panose="020B0604020202020204" pitchFamily="34" charset="0"/>
              </a:rPr>
              <a:t>lower_bound</a:t>
            </a:r>
            <a:r>
              <a:rPr lang="en-US" sz="1100" dirty="0">
                <a:latin typeface="Arial" panose="020B0604020202020204" pitchFamily="34" charset="0"/>
                <a:cs typeface="Arial" panose="020B0604020202020204" pitchFamily="34" charset="0"/>
              </a:rPr>
              <a:t> e la </a:t>
            </a:r>
            <a:r>
              <a:rPr lang="en-US" sz="1100" dirty="0" err="1">
                <a:latin typeface="Arial" panose="020B0604020202020204" pitchFamily="34" charset="0"/>
                <a:cs typeface="Arial" panose="020B0604020202020204" pitchFamily="34" charset="0"/>
              </a:rPr>
              <a:t>colonna</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is_uncertain</a:t>
            </a:r>
            <a:endParaRPr lang="en-US" sz="1100" dirty="0">
              <a:latin typeface="Arial" panose="020B0604020202020204" pitchFamily="34" charset="0"/>
              <a:cs typeface="Arial" panose="020B0604020202020204" pitchFamily="34" charset="0"/>
            </a:endParaRPr>
          </a:p>
          <a:p>
            <a:pPr lvl="1"/>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Database.generate_blank_data_input_files() → export </a:t>
            </a:r>
            <a:r>
              <a:rPr lang="en-US" sz="1100" dirty="0" err="1">
                <a:latin typeface="Arial" panose="020B0604020202020204" pitchFamily="34" charset="0"/>
                <a:cs typeface="Arial" panose="020B0604020202020204" pitchFamily="34" charset="0"/>
              </a:rPr>
              <a:t>dei</a:t>
            </a:r>
            <a:r>
              <a:rPr lang="en-US" sz="1100" dirty="0">
                <a:latin typeface="Arial" panose="020B0604020202020204" pitchFamily="34" charset="0"/>
                <a:cs typeface="Arial" panose="020B0604020202020204" pitchFamily="34" charset="0"/>
              </a:rPr>
              <a:t> file input a </a:t>
            </a:r>
            <a:r>
              <a:rPr lang="en-US" sz="1100" dirty="0" err="1">
                <a:latin typeface="Arial" panose="020B0604020202020204" pitchFamily="34" charset="0"/>
                <a:cs typeface="Arial" panose="020B0604020202020204" pitchFamily="34" charset="0"/>
              </a:rPr>
              <a:t>partire</a:t>
            </a:r>
            <a:r>
              <a:rPr lang="en-US" sz="1100" dirty="0">
                <a:latin typeface="Arial" panose="020B0604020202020204" pitchFamily="34" charset="0"/>
                <a:cs typeface="Arial" panose="020B0604020202020204" pitchFamily="34" charset="0"/>
              </a:rPr>
              <a:t> della </a:t>
            </a:r>
            <a:r>
              <a:rPr lang="en-US" sz="1100" dirty="0" err="1">
                <a:latin typeface="Arial" panose="020B0604020202020204" pitchFamily="34" charset="0"/>
                <a:cs typeface="Arial" panose="020B0604020202020204" pitchFamily="34" charset="0"/>
              </a:rPr>
              <a:t>struttura</a:t>
            </a:r>
            <a:r>
              <a:rPr lang="en-US" sz="1100" dirty="0">
                <a:latin typeface="Arial" panose="020B0604020202020204" pitchFamily="34" charset="0"/>
                <a:cs typeface="Arial" panose="020B0604020202020204" pitchFamily="34" charset="0"/>
              </a:rPr>
              <a:t> del </a:t>
            </a:r>
            <a:r>
              <a:rPr lang="en-US" sz="1100" dirty="0" err="1">
                <a:latin typeface="Arial" panose="020B0604020202020204" pitchFamily="34" charset="0"/>
                <a:cs typeface="Arial" panose="020B0604020202020204" pitchFamily="34" charset="0"/>
              </a:rPr>
              <a:t>db</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quindndi</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una</a:t>
            </a:r>
            <a:r>
              <a:rPr lang="en-US" sz="1100" dirty="0">
                <a:latin typeface="Arial" panose="020B0604020202020204" pitchFamily="34" charset="0"/>
                <a:cs typeface="Arial" panose="020B0604020202020204" pitchFamily="34" charset="0"/>
              </a:rPr>
              <a:t> volta </a:t>
            </a:r>
            <a:r>
              <a:rPr lang="en-US" sz="1100" dirty="0" err="1">
                <a:latin typeface="Arial" panose="020B0604020202020204" pitchFamily="34" charset="0"/>
                <a:cs typeface="Arial" panose="020B0604020202020204" pitchFamily="34" charset="0"/>
              </a:rPr>
              <a:t>sistemato</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db</a:t>
            </a:r>
            <a:r>
              <a:rPr lang="en-US" sz="1100" dirty="0">
                <a:latin typeface="Arial" panose="020B0604020202020204" pitchFamily="34" charset="0"/>
                <a:cs typeface="Arial" panose="020B0604020202020204" pitchFamily="34" charset="0"/>
              </a:rPr>
              <a:t> non </a:t>
            </a:r>
            <a:r>
              <a:rPr lang="en-US" sz="1100" dirty="0" err="1">
                <a:latin typeface="Arial" panose="020B0604020202020204" pitchFamily="34" charset="0"/>
                <a:cs typeface="Arial" panose="020B0604020202020204" pitchFamily="34" charset="0"/>
              </a:rPr>
              <a:t>dovrebbe</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cambiare</a:t>
            </a:r>
            <a:r>
              <a:rPr lang="en-US" sz="1100" dirty="0">
                <a:latin typeface="Arial" panose="020B0604020202020204" pitchFamily="34" charset="0"/>
                <a:cs typeface="Arial" panose="020B0604020202020204" pitchFamily="34" charset="0"/>
              </a:rPr>
              <a:t> niente</a:t>
            </a:r>
          </a:p>
          <a:p>
            <a:pPr lvl="1"/>
            <a:endParaRPr lang="en-US" sz="1100" dirty="0">
              <a:latin typeface="Arial" panose="020B0604020202020204" pitchFamily="34" charset="0"/>
              <a:cs typeface="Arial" panose="020B0604020202020204" pitchFamily="34" charset="0"/>
            </a:endParaRPr>
          </a:p>
          <a:p>
            <a:pPr lvl="1"/>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DataTable.fetch_tables_headers() / </a:t>
            </a:r>
            <a:r>
              <a:rPr lang="en-US" sz="1100" dirty="0" err="1">
                <a:latin typeface="Arial" panose="020B0604020202020204" pitchFamily="34" charset="0"/>
                <a:cs typeface="Arial" panose="020B0604020202020204" pitchFamily="34" charset="0"/>
              </a:rPr>
              <a:t>completamento</a:t>
            </a:r>
            <a:r>
              <a:rPr lang="en-US" sz="1100" dirty="0">
                <a:latin typeface="Arial" panose="020B0604020202020204" pitchFamily="34" charset="0"/>
                <a:cs typeface="Arial" panose="020B0604020202020204" pitchFamily="34" charset="0"/>
              </a:rPr>
              <a:t> data tables in Index.data_tables_completion() → da dove </a:t>
            </a:r>
            <a:r>
              <a:rPr lang="en-US" sz="1100" dirty="0" err="1">
                <a:latin typeface="Arial" panose="020B0604020202020204" pitchFamily="34" charset="0"/>
                <a:cs typeface="Arial" panose="020B0604020202020204" pitchFamily="34" charset="0"/>
              </a:rPr>
              <a:t>arrivano</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concretamente</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gli</a:t>
            </a:r>
            <a:r>
              <a:rPr lang="en-US" sz="1100" dirty="0">
                <a:latin typeface="Arial" panose="020B0604020202020204" pitchFamily="34" charset="0"/>
                <a:cs typeface="Arial" panose="020B0604020202020204" pitchFamily="34" charset="0"/>
              </a:rPr>
              <a:t> header delle data tables</a:t>
            </a:r>
          </a:p>
        </p:txBody>
      </p:sp>
      <p:sp>
        <p:nvSpPr>
          <p:cNvPr id="4" name="Date Placeholder 3">
            <a:extLst>
              <a:ext uri="{FF2B5EF4-FFF2-40B4-BE49-F238E27FC236}">
                <a16:creationId xmlns:a16="http://schemas.microsoft.com/office/drawing/2014/main" id="{0637DBFB-3F65-B7D7-4074-9346C8E15418}"/>
              </a:ext>
            </a:extLst>
          </p:cNvPr>
          <p:cNvSpPr>
            <a:spLocks noGrp="1"/>
          </p:cNvSpPr>
          <p:nvPr>
            <p:ph type="dt" sz="half" idx="14"/>
          </p:nvPr>
        </p:nvSpPr>
        <p:spPr/>
        <p:txBody>
          <a:bodyPr/>
          <a:lstStyle/>
          <a:p>
            <a:r>
              <a:rPr lang="it-IT"/>
              <a:t>POLITECNICO DI MILANO</a:t>
            </a:r>
            <a:endParaRPr lang="it-IT" dirty="0"/>
          </a:p>
        </p:txBody>
      </p:sp>
      <p:sp>
        <p:nvSpPr>
          <p:cNvPr id="5" name="Footer Placeholder 4">
            <a:extLst>
              <a:ext uri="{FF2B5EF4-FFF2-40B4-BE49-F238E27FC236}">
                <a16:creationId xmlns:a16="http://schemas.microsoft.com/office/drawing/2014/main" id="{0B942F5C-9764-38EE-B4DA-02777F947A17}"/>
              </a:ext>
            </a:extLst>
          </p:cNvPr>
          <p:cNvSpPr>
            <a:spLocks noGrp="1"/>
          </p:cNvSpPr>
          <p:nvPr>
            <p:ph type="ftr" sz="quarter" idx="15"/>
          </p:nvPr>
        </p:nvSpPr>
        <p:spPr/>
        <p:txBody>
          <a:bodyPr/>
          <a:lstStyle/>
          <a:p>
            <a:r>
              <a:rPr lang="en-US"/>
              <a:t>Department of Energy</a:t>
            </a:r>
            <a:endParaRPr lang="it-IT" dirty="0"/>
          </a:p>
        </p:txBody>
      </p:sp>
      <p:sp>
        <p:nvSpPr>
          <p:cNvPr id="6" name="Slide Number Placeholder 5">
            <a:extLst>
              <a:ext uri="{FF2B5EF4-FFF2-40B4-BE49-F238E27FC236}">
                <a16:creationId xmlns:a16="http://schemas.microsoft.com/office/drawing/2014/main" id="{7EBFB56C-7370-9931-88EE-D33C87CBA3CC}"/>
              </a:ext>
            </a:extLst>
          </p:cNvPr>
          <p:cNvSpPr>
            <a:spLocks noGrp="1"/>
          </p:cNvSpPr>
          <p:nvPr>
            <p:ph type="sldNum" sz="quarter" idx="16"/>
          </p:nvPr>
        </p:nvSpPr>
        <p:spPr/>
        <p:txBody>
          <a:bodyPr/>
          <a:lstStyle/>
          <a:p>
            <a:fld id="{3135EEA2-8D42-4D46-95A6-66E65FDC5EB1}" type="slidenum">
              <a:rPr lang="it-IT" smtClean="0"/>
              <a:pPr/>
              <a:t>11</a:t>
            </a:fld>
            <a:endParaRPr lang="it-IT"/>
          </a:p>
        </p:txBody>
      </p:sp>
    </p:spTree>
    <p:extLst>
      <p:ext uri="{BB962C8B-B14F-4D97-AF65-F5344CB8AC3E}">
        <p14:creationId xmlns:p14="http://schemas.microsoft.com/office/powerpoint/2010/main" val="3434771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EAC27-90B4-35B4-43C4-20C562739D37}"/>
              </a:ext>
            </a:extLst>
          </p:cNvPr>
          <p:cNvSpPr>
            <a:spLocks noGrp="1"/>
          </p:cNvSpPr>
          <p:nvPr>
            <p:ph type="title"/>
          </p:nvPr>
        </p:nvSpPr>
        <p:spPr/>
        <p:txBody>
          <a:bodyPr/>
          <a:lstStyle/>
          <a:p>
            <a:r>
              <a:rPr lang="it-IT" dirty="0"/>
              <a:t>Creazione e risoluzione problema normale</a:t>
            </a:r>
            <a:endParaRPr lang="en-US" dirty="0"/>
          </a:p>
        </p:txBody>
      </p:sp>
      <p:sp>
        <p:nvSpPr>
          <p:cNvPr id="3" name="Text Placeholder 2">
            <a:extLst>
              <a:ext uri="{FF2B5EF4-FFF2-40B4-BE49-F238E27FC236}">
                <a16:creationId xmlns:a16="http://schemas.microsoft.com/office/drawing/2014/main" id="{95434C52-31F1-F060-73AF-9F33B080A2AE}"/>
              </a:ext>
            </a:extLst>
          </p:cNvPr>
          <p:cNvSpPr>
            <a:spLocks noGrp="1"/>
          </p:cNvSpPr>
          <p:nvPr>
            <p:ph type="body" sz="quarter" idx="13"/>
          </p:nvPr>
        </p:nvSpPr>
        <p:spPr>
          <a:xfrm>
            <a:off x="449263" y="1410870"/>
            <a:ext cx="8640000" cy="4429125"/>
          </a:xfrm>
        </p:spPr>
        <p:txBody>
          <a:bodyPr/>
          <a:lstStyle/>
          <a:p>
            <a:r>
              <a:rPr lang="en-US" dirty="0" err="1">
                <a:latin typeface="Arial" panose="020B0604020202020204" pitchFamily="34" charset="0"/>
                <a:cs typeface="Arial" panose="020B0604020202020204" pitchFamily="34" charset="0"/>
              </a:rPr>
              <a:t>Model.refresh_database_and_initialize_problem</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 _</a:t>
            </a:r>
            <a:r>
              <a:rPr lang="en-US" dirty="0" err="1">
                <a:latin typeface="Arial" panose="020B0604020202020204" pitchFamily="34" charset="0"/>
                <a:cs typeface="Arial" panose="020B0604020202020204" pitchFamily="34" charset="0"/>
              </a:rPr>
              <a:t>load_exogenous_data_to_sqlite_database</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   ├─ </a:t>
            </a:r>
            <a:r>
              <a:rPr lang="en-US" dirty="0" err="1">
                <a:latin typeface="Arial" panose="020B0604020202020204" pitchFamily="34" charset="0"/>
                <a:cs typeface="Arial" panose="020B0604020202020204" pitchFamily="34" charset="0"/>
              </a:rPr>
              <a:t>Database.load_data_input_files_to_database</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   └─ </a:t>
            </a:r>
            <a:r>
              <a:rPr lang="en-US" dirty="0" err="1">
                <a:latin typeface="Arial" panose="020B0604020202020204" pitchFamily="34" charset="0"/>
                <a:cs typeface="Arial" panose="020B0604020202020204" pitchFamily="34" charset="0"/>
              </a:rPr>
              <a:t>Database.fill_nan_values_in_database</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 _</a:t>
            </a:r>
            <a:r>
              <a:rPr lang="en-US" dirty="0" err="1">
                <a:latin typeface="Arial" panose="020B0604020202020204" pitchFamily="34" charset="0"/>
                <a:cs typeface="Arial" panose="020B0604020202020204" pitchFamily="34" charset="0"/>
              </a:rPr>
              <a:t>initialize_problems</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Core.load_and_validate_symbolic_problem</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Core.check_exogenous_data_coherence</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Core.generate_numerical_problem</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Core.initialize_problems_variables</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Core.data_to_cvxpy_exogenous_vars</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Problem.generate_numerical_problems</a:t>
            </a:r>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Model.run_model</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Core.solve_numerical_problems</a:t>
            </a:r>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Model.load_results_to_database</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Core.cvxpy_endogenous_data_to_database</a:t>
            </a:r>
            <a:r>
              <a:rPr lang="en-US" dirty="0">
                <a:latin typeface="Arial" panose="020B0604020202020204" pitchFamily="34" charset="0"/>
                <a:cs typeface="Arial" panose="020B0604020202020204" pitchFamily="34" charset="0"/>
              </a:rPr>
              <a:t>()</a:t>
            </a:r>
          </a:p>
        </p:txBody>
      </p:sp>
      <p:sp>
        <p:nvSpPr>
          <p:cNvPr id="4" name="Date Placeholder 3">
            <a:extLst>
              <a:ext uri="{FF2B5EF4-FFF2-40B4-BE49-F238E27FC236}">
                <a16:creationId xmlns:a16="http://schemas.microsoft.com/office/drawing/2014/main" id="{64A6765D-7D78-BE39-DC4B-E694EE7D55B5}"/>
              </a:ext>
            </a:extLst>
          </p:cNvPr>
          <p:cNvSpPr>
            <a:spLocks noGrp="1"/>
          </p:cNvSpPr>
          <p:nvPr>
            <p:ph type="dt" sz="half" idx="14"/>
          </p:nvPr>
        </p:nvSpPr>
        <p:spPr/>
        <p:txBody>
          <a:bodyPr/>
          <a:lstStyle/>
          <a:p>
            <a:r>
              <a:rPr lang="it-IT"/>
              <a:t>POLITECNICO DI MILANO</a:t>
            </a:r>
            <a:endParaRPr lang="it-IT" dirty="0"/>
          </a:p>
        </p:txBody>
      </p:sp>
      <p:sp>
        <p:nvSpPr>
          <p:cNvPr id="5" name="Footer Placeholder 4">
            <a:extLst>
              <a:ext uri="{FF2B5EF4-FFF2-40B4-BE49-F238E27FC236}">
                <a16:creationId xmlns:a16="http://schemas.microsoft.com/office/drawing/2014/main" id="{0665063B-9F6A-3F75-38A5-2F86D528D2D8}"/>
              </a:ext>
            </a:extLst>
          </p:cNvPr>
          <p:cNvSpPr>
            <a:spLocks noGrp="1"/>
          </p:cNvSpPr>
          <p:nvPr>
            <p:ph type="ftr" sz="quarter" idx="15"/>
          </p:nvPr>
        </p:nvSpPr>
        <p:spPr/>
        <p:txBody>
          <a:bodyPr/>
          <a:lstStyle/>
          <a:p>
            <a:r>
              <a:rPr lang="en-US"/>
              <a:t>Department of Energy</a:t>
            </a:r>
            <a:endParaRPr lang="it-IT" dirty="0"/>
          </a:p>
        </p:txBody>
      </p:sp>
      <p:sp>
        <p:nvSpPr>
          <p:cNvPr id="6" name="Slide Number Placeholder 5">
            <a:extLst>
              <a:ext uri="{FF2B5EF4-FFF2-40B4-BE49-F238E27FC236}">
                <a16:creationId xmlns:a16="http://schemas.microsoft.com/office/drawing/2014/main" id="{B0B977F9-73BA-938D-3053-B10C03F40CCC}"/>
              </a:ext>
            </a:extLst>
          </p:cNvPr>
          <p:cNvSpPr>
            <a:spLocks noGrp="1"/>
          </p:cNvSpPr>
          <p:nvPr>
            <p:ph type="sldNum" sz="quarter" idx="16"/>
          </p:nvPr>
        </p:nvSpPr>
        <p:spPr/>
        <p:txBody>
          <a:bodyPr/>
          <a:lstStyle/>
          <a:p>
            <a:fld id="{3135EEA2-8D42-4D46-95A6-66E65FDC5EB1}" type="slidenum">
              <a:rPr lang="it-IT" smtClean="0"/>
              <a:pPr/>
              <a:t>12</a:t>
            </a:fld>
            <a:endParaRPr lang="it-IT"/>
          </a:p>
        </p:txBody>
      </p:sp>
    </p:spTree>
    <p:extLst>
      <p:ext uri="{BB962C8B-B14F-4D97-AF65-F5344CB8AC3E}">
        <p14:creationId xmlns:p14="http://schemas.microsoft.com/office/powerpoint/2010/main" val="3091960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AFBBA-E788-89E0-16EC-27D6E32A56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4DF5B6-3F9F-570C-ED21-2C3D7DB341BB}"/>
              </a:ext>
            </a:extLst>
          </p:cNvPr>
          <p:cNvSpPr>
            <a:spLocks noGrp="1"/>
          </p:cNvSpPr>
          <p:nvPr>
            <p:ph type="title"/>
          </p:nvPr>
        </p:nvSpPr>
        <p:spPr/>
        <p:txBody>
          <a:bodyPr/>
          <a:lstStyle/>
          <a:p>
            <a:r>
              <a:rPr lang="it-IT" dirty="0"/>
              <a:t>note</a:t>
            </a:r>
            <a:endParaRPr lang="en-US" dirty="0"/>
          </a:p>
        </p:txBody>
      </p:sp>
      <p:sp>
        <p:nvSpPr>
          <p:cNvPr id="3" name="Text Placeholder 2">
            <a:extLst>
              <a:ext uri="{FF2B5EF4-FFF2-40B4-BE49-F238E27FC236}">
                <a16:creationId xmlns:a16="http://schemas.microsoft.com/office/drawing/2014/main" id="{E1529E77-A9AD-3FF2-FDF6-0C2C12F63108}"/>
              </a:ext>
            </a:extLst>
          </p:cNvPr>
          <p:cNvSpPr>
            <a:spLocks noGrp="1"/>
          </p:cNvSpPr>
          <p:nvPr>
            <p:ph type="body" sz="quarter" idx="13"/>
          </p:nvPr>
        </p:nvSpPr>
        <p:spPr>
          <a:xfrm>
            <a:off x="449262" y="1410870"/>
            <a:ext cx="11407773" cy="4429125"/>
          </a:xfrm>
        </p:spPr>
        <p:txBody>
          <a:bodyPr/>
          <a:lstStyle/>
          <a:p>
            <a:r>
              <a:rPr lang="en-US" dirty="0" err="1">
                <a:latin typeface="Arial" panose="020B0604020202020204" pitchFamily="34" charset="0"/>
                <a:cs typeface="Arial" panose="020B0604020202020204" pitchFamily="34" charset="0"/>
              </a:rPr>
              <a:t>Model.refresh_database_and_initialize_problem</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a:t>
            </a:r>
            <a:r>
              <a:rPr lang="en-US" dirty="0">
                <a:solidFill>
                  <a:srgbClr val="92D050"/>
                </a:solidFill>
                <a:latin typeface="Arial" panose="020B0604020202020204" pitchFamily="34" charset="0"/>
                <a:cs typeface="Arial" panose="020B0604020202020204" pitchFamily="34" charset="0"/>
              </a:rPr>
              <a:t>├─ _</a:t>
            </a:r>
            <a:r>
              <a:rPr lang="en-US" dirty="0" err="1">
                <a:solidFill>
                  <a:srgbClr val="92D050"/>
                </a:solidFill>
                <a:latin typeface="Arial" panose="020B0604020202020204" pitchFamily="34" charset="0"/>
                <a:cs typeface="Arial" panose="020B0604020202020204" pitchFamily="34" charset="0"/>
              </a:rPr>
              <a:t>load_exogenous_data_to_sqlite_database</a:t>
            </a:r>
            <a:r>
              <a:rPr lang="en-US" dirty="0">
                <a:solidFill>
                  <a:srgbClr val="92D050"/>
                </a:solidFill>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OK</a:t>
            </a:r>
          </a:p>
          <a:p>
            <a:r>
              <a:rPr lang="en-US" dirty="0">
                <a:solidFill>
                  <a:srgbClr val="92D050"/>
                </a:solidFill>
                <a:latin typeface="Arial" panose="020B0604020202020204" pitchFamily="34" charset="0"/>
                <a:cs typeface="Arial" panose="020B0604020202020204" pitchFamily="34" charset="0"/>
              </a:rPr>
              <a:t> │   ├─ </a:t>
            </a:r>
            <a:r>
              <a:rPr lang="en-US" dirty="0" err="1">
                <a:solidFill>
                  <a:srgbClr val="92D050"/>
                </a:solidFill>
                <a:latin typeface="Arial" panose="020B0604020202020204" pitchFamily="34" charset="0"/>
                <a:cs typeface="Arial" panose="020B0604020202020204" pitchFamily="34" charset="0"/>
              </a:rPr>
              <a:t>Database.load_data_input_files_to_database</a:t>
            </a:r>
            <a:r>
              <a:rPr lang="en-US" dirty="0">
                <a:solidFill>
                  <a:srgbClr val="92D050"/>
                </a:solidFill>
                <a:latin typeface="Arial" panose="020B0604020202020204" pitchFamily="34" charset="0"/>
                <a:cs typeface="Arial" panose="020B0604020202020204" pitchFamily="34" charset="0"/>
              </a:rPr>
              <a:t>()</a:t>
            </a:r>
          </a:p>
          <a:p>
            <a:r>
              <a:rPr lang="en-US" dirty="0">
                <a:solidFill>
                  <a:srgbClr val="92D050"/>
                </a:solidFill>
                <a:latin typeface="Arial" panose="020B0604020202020204" pitchFamily="34" charset="0"/>
                <a:cs typeface="Arial" panose="020B0604020202020204" pitchFamily="34" charset="0"/>
              </a:rPr>
              <a:t> │   └─ </a:t>
            </a:r>
            <a:r>
              <a:rPr lang="en-US" dirty="0" err="1">
                <a:solidFill>
                  <a:srgbClr val="92D050"/>
                </a:solidFill>
                <a:latin typeface="Arial" panose="020B0604020202020204" pitchFamily="34" charset="0"/>
                <a:cs typeface="Arial" panose="020B0604020202020204" pitchFamily="34" charset="0"/>
              </a:rPr>
              <a:t>Database.fill_nan_values_in_database</a:t>
            </a:r>
            <a:r>
              <a:rPr lang="en-US" dirty="0">
                <a:solidFill>
                  <a:srgbClr val="92D050"/>
                </a:solidFill>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 _</a:t>
            </a:r>
            <a:r>
              <a:rPr lang="en-US" dirty="0" err="1">
                <a:latin typeface="Arial" panose="020B0604020202020204" pitchFamily="34" charset="0"/>
                <a:cs typeface="Arial" panose="020B0604020202020204" pitchFamily="34" charset="0"/>
              </a:rPr>
              <a:t>initialize_problems</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Core.load_and_validate_symbolic_problem</a:t>
            </a:r>
            <a:r>
              <a:rPr lang="en-US" dirty="0">
                <a:latin typeface="Arial" panose="020B0604020202020204" pitchFamily="34" charset="0"/>
                <a:cs typeface="Arial" panose="020B0604020202020204" pitchFamily="34" charset="0"/>
              </a:rPr>
              <a:t>()  </a:t>
            </a:r>
            <a:r>
              <a:rPr lang="en-US" i="1" dirty="0">
                <a:solidFill>
                  <a:schemeClr val="tx1">
                    <a:lumMod val="50000"/>
                    <a:lumOff val="50000"/>
                  </a:schemeClr>
                </a:solidFill>
                <a:latin typeface="Arial" panose="020B0604020202020204" pitchFamily="34" charset="0"/>
                <a:cs typeface="Arial" panose="020B0604020202020204" pitchFamily="34" charset="0"/>
              </a:rPr>
              <a:t>loading and validation of symbolic problem, coherence check between data </a:t>
            </a:r>
            <a:r>
              <a:rPr lang="en-US" i="1" dirty="0" err="1">
                <a:solidFill>
                  <a:schemeClr val="tx1">
                    <a:lumMod val="50000"/>
                    <a:lumOff val="50000"/>
                  </a:schemeClr>
                </a:solidFill>
                <a:latin typeface="Arial" panose="020B0604020202020204" pitchFamily="34" charset="0"/>
                <a:cs typeface="Arial" panose="020B0604020202020204" pitchFamily="34" charset="0"/>
              </a:rPr>
              <a:t>tablese</a:t>
            </a:r>
            <a:r>
              <a:rPr lang="en-US" i="1" dirty="0">
                <a:solidFill>
                  <a:schemeClr val="tx1">
                    <a:lumMod val="50000"/>
                    <a:lumOff val="50000"/>
                  </a:schemeClr>
                </a:solidFill>
                <a:latin typeface="Arial" panose="020B0604020202020204" pitchFamily="34" charset="0"/>
                <a:cs typeface="Arial" panose="020B0604020202020204" pitchFamily="34" charset="0"/>
              </a:rPr>
              <a:t> and </a:t>
            </a:r>
            <a:r>
              <a:rPr lang="en-US" i="1" dirty="0" err="1">
                <a:solidFill>
                  <a:schemeClr val="tx1">
                    <a:lumMod val="50000"/>
                    <a:lumOff val="50000"/>
                  </a:schemeClr>
                </a:solidFill>
                <a:latin typeface="Arial" panose="020B0604020202020204" pitchFamily="34" charset="0"/>
                <a:cs typeface="Arial" panose="020B0604020202020204" pitchFamily="34" charset="0"/>
              </a:rPr>
              <a:t>probkem</a:t>
            </a:r>
            <a:r>
              <a:rPr lang="en-US" i="1" dirty="0">
                <a:solidFill>
                  <a:schemeClr val="tx1">
                    <a:lumMod val="50000"/>
                    <a:lumOff val="50000"/>
                  </a:schemeClr>
                </a:solidFill>
                <a:latin typeface="Arial" panose="020B0604020202020204" pitchFamily="34" charset="0"/>
                <a:cs typeface="Arial" panose="020B0604020202020204" pitchFamily="34" charset="0"/>
              </a:rPr>
              <a:t> definitions  </a:t>
            </a:r>
            <a:r>
              <a:rPr lang="en-US" i="1" dirty="0" err="1">
                <a:solidFill>
                  <a:schemeClr val="tx1">
                    <a:lumMod val="50000"/>
                    <a:lumOff val="50000"/>
                  </a:schemeClr>
                </a:solidFill>
                <a:latin typeface="Arial" panose="020B0604020202020204" pitchFamily="34" charset="0"/>
                <a:cs typeface="Arial" panose="020B0604020202020204" pitchFamily="34" charset="0"/>
              </a:rPr>
              <a:t>check_data_tables_and_problem_coherence</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Core.check_exogenous_data_coherence</a:t>
            </a:r>
            <a:r>
              <a:rPr lang="en-US" dirty="0">
                <a:latin typeface="Arial" panose="020B0604020202020204" pitchFamily="34" charset="0"/>
                <a:cs typeface="Arial" panose="020B0604020202020204" pitchFamily="34" charset="0"/>
              </a:rPr>
              <a:t>() </a:t>
            </a:r>
            <a:r>
              <a:rPr lang="en-US" i="1" dirty="0">
                <a:solidFill>
                  <a:schemeClr val="tx1">
                    <a:lumMod val="50000"/>
                    <a:lumOff val="50000"/>
                  </a:schemeClr>
                </a:solidFill>
                <a:latin typeface="Arial" panose="020B0604020202020204" pitchFamily="34" charset="0"/>
                <a:cs typeface="Arial" panose="020B0604020202020204" pitchFamily="34" charset="0"/>
              </a:rPr>
              <a:t>checks that there are no NULL entries in the values</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Core.generate_numerical_problem</a:t>
            </a:r>
            <a:r>
              <a:rPr lang="en-US" dirty="0">
                <a:latin typeface="Arial" panose="020B0604020202020204" pitchFamily="34" charset="0"/>
                <a:cs typeface="Arial" panose="020B0604020202020204" pitchFamily="34" charset="0"/>
              </a:rPr>
              <a:t>()</a:t>
            </a:r>
            <a:endParaRPr lang="en-US" i="1"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Core.initialize_problems_variables</a:t>
            </a:r>
            <a:r>
              <a:rPr lang="en-US" dirty="0">
                <a:latin typeface="Arial" panose="020B0604020202020204" pitchFamily="34" charset="0"/>
                <a:cs typeface="Arial" panose="020B0604020202020204" pitchFamily="34" charset="0"/>
              </a:rPr>
              <a:t>()</a:t>
            </a:r>
            <a:r>
              <a:rPr lang="en-US" i="1" dirty="0">
                <a:solidFill>
                  <a:schemeClr val="tx1">
                    <a:lumMod val="50000"/>
                    <a:lumOff val="50000"/>
                  </a:schemeClr>
                </a:solidFill>
                <a:latin typeface="Arial" panose="020B0604020202020204" pitchFamily="34" charset="0"/>
                <a:cs typeface="Arial" panose="020B0604020202020204" pitchFamily="34" charset="0"/>
              </a:rPr>
              <a:t> pass from data table to </a:t>
            </a:r>
            <a:r>
              <a:rPr lang="en-US" i="1" dirty="0" err="1">
                <a:solidFill>
                  <a:schemeClr val="tx1">
                    <a:lumMod val="50000"/>
                    <a:lumOff val="50000"/>
                  </a:schemeClr>
                </a:solidFill>
                <a:latin typeface="Arial" panose="020B0604020202020204" pitchFamily="34" charset="0"/>
                <a:cs typeface="Arial" panose="020B0604020202020204" pitchFamily="34" charset="0"/>
              </a:rPr>
              <a:t>cvxpy</a:t>
            </a:r>
            <a:r>
              <a:rPr lang="en-US" i="1" dirty="0">
                <a:solidFill>
                  <a:schemeClr val="tx1">
                    <a:lumMod val="50000"/>
                    <a:lumOff val="50000"/>
                  </a:schemeClr>
                </a:solidFill>
                <a:latin typeface="Arial" panose="020B0604020202020204" pitchFamily="34" charset="0"/>
                <a:cs typeface="Arial" panose="020B0604020202020204" pitchFamily="34" charset="0"/>
              </a:rPr>
              <a:t> variable structure to fill</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Core.data_to_cvxpy_exogenous_vars</a:t>
            </a:r>
            <a:r>
              <a:rPr lang="en-US" dirty="0">
                <a:latin typeface="Arial" panose="020B0604020202020204" pitchFamily="34" charset="0"/>
                <a:cs typeface="Arial" panose="020B0604020202020204" pitchFamily="34" charset="0"/>
              </a:rPr>
              <a:t>() </a:t>
            </a:r>
            <a:r>
              <a:rPr lang="en-US" i="1" dirty="0">
                <a:solidFill>
                  <a:schemeClr val="tx1">
                    <a:lumMod val="50000"/>
                    <a:lumOff val="50000"/>
                  </a:schemeClr>
                </a:solidFill>
                <a:latin typeface="Arial" panose="020B0604020202020204" pitchFamily="34" charset="0"/>
                <a:cs typeface="Arial" panose="020B0604020202020204" pitchFamily="34" charset="0"/>
              </a:rPr>
              <a:t>Fetch data from the database and assign it to cvxpy exogenous variables</a:t>
            </a:r>
            <a:endParaRPr lang="en-US" dirty="0">
              <a:solidFill>
                <a:schemeClr val="tx1">
                  <a:lumMod val="50000"/>
                  <a:lumOff val="50000"/>
                </a:schemeClr>
              </a:solidFill>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Problem.generate_numerical_problems</a:t>
            </a:r>
            <a:r>
              <a:rPr lang="en-US" dirty="0">
                <a:latin typeface="Arial" panose="020B0604020202020204" pitchFamily="34" charset="0"/>
                <a:cs typeface="Arial" panose="020B0604020202020204" pitchFamily="34" charset="0"/>
              </a:rPr>
              <a:t>()</a:t>
            </a:r>
            <a:r>
              <a:rPr lang="en-US" i="1" dirty="0"/>
              <a:t> </a:t>
            </a:r>
            <a:r>
              <a:rPr lang="en-US" i="1" dirty="0">
                <a:solidFill>
                  <a:schemeClr val="tx1">
                    <a:lumMod val="50000"/>
                    <a:lumOff val="50000"/>
                  </a:schemeClr>
                </a:solidFill>
              </a:rPr>
              <a:t>Generate numerical problems from symbolic problem.</a:t>
            </a:r>
            <a:endParaRPr lang="en-US" dirty="0">
              <a:solidFill>
                <a:schemeClr val="tx1">
                  <a:lumMod val="50000"/>
                  <a:lumOff val="50000"/>
                </a:schemeClr>
              </a:solidFill>
            </a:endParaRPr>
          </a:p>
          <a:p>
            <a:br>
              <a:rPr lang="en-US" dirty="0"/>
            </a:br>
            <a:endParaRPr lang="en-US" dirty="0"/>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Model.run_model</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Core.solve_numerical_problems</a:t>
            </a:r>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Model.load_results_to_database</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Core.cvxpy_endogenous_data_to_database</a:t>
            </a:r>
            <a:r>
              <a:rPr lang="en-US" dirty="0">
                <a:latin typeface="Arial" panose="020B0604020202020204" pitchFamily="34" charset="0"/>
                <a:cs typeface="Arial" panose="020B0604020202020204" pitchFamily="34" charset="0"/>
              </a:rPr>
              <a:t>()</a:t>
            </a:r>
          </a:p>
        </p:txBody>
      </p:sp>
      <p:sp>
        <p:nvSpPr>
          <p:cNvPr id="4" name="Date Placeholder 3">
            <a:extLst>
              <a:ext uri="{FF2B5EF4-FFF2-40B4-BE49-F238E27FC236}">
                <a16:creationId xmlns:a16="http://schemas.microsoft.com/office/drawing/2014/main" id="{BE19724B-B36C-24FB-7EDE-3F1C8D8E7CC1}"/>
              </a:ext>
            </a:extLst>
          </p:cNvPr>
          <p:cNvSpPr>
            <a:spLocks noGrp="1"/>
          </p:cNvSpPr>
          <p:nvPr>
            <p:ph type="dt" sz="half" idx="14"/>
          </p:nvPr>
        </p:nvSpPr>
        <p:spPr/>
        <p:txBody>
          <a:bodyPr/>
          <a:lstStyle/>
          <a:p>
            <a:r>
              <a:rPr lang="it-IT"/>
              <a:t>POLITECNICO DI MILANO</a:t>
            </a:r>
            <a:endParaRPr lang="it-IT" dirty="0"/>
          </a:p>
        </p:txBody>
      </p:sp>
      <p:sp>
        <p:nvSpPr>
          <p:cNvPr id="5" name="Footer Placeholder 4">
            <a:extLst>
              <a:ext uri="{FF2B5EF4-FFF2-40B4-BE49-F238E27FC236}">
                <a16:creationId xmlns:a16="http://schemas.microsoft.com/office/drawing/2014/main" id="{BA5C4C87-6986-1AA0-0D50-73C4DF0CA13A}"/>
              </a:ext>
            </a:extLst>
          </p:cNvPr>
          <p:cNvSpPr>
            <a:spLocks noGrp="1"/>
          </p:cNvSpPr>
          <p:nvPr>
            <p:ph type="ftr" sz="quarter" idx="15"/>
          </p:nvPr>
        </p:nvSpPr>
        <p:spPr/>
        <p:txBody>
          <a:bodyPr/>
          <a:lstStyle/>
          <a:p>
            <a:r>
              <a:rPr lang="en-US"/>
              <a:t>Department of Energy</a:t>
            </a:r>
            <a:endParaRPr lang="it-IT" dirty="0"/>
          </a:p>
        </p:txBody>
      </p:sp>
      <p:sp>
        <p:nvSpPr>
          <p:cNvPr id="6" name="Slide Number Placeholder 5">
            <a:extLst>
              <a:ext uri="{FF2B5EF4-FFF2-40B4-BE49-F238E27FC236}">
                <a16:creationId xmlns:a16="http://schemas.microsoft.com/office/drawing/2014/main" id="{F9D03B79-9A34-8750-A628-F2837CF85014}"/>
              </a:ext>
            </a:extLst>
          </p:cNvPr>
          <p:cNvSpPr>
            <a:spLocks noGrp="1"/>
          </p:cNvSpPr>
          <p:nvPr>
            <p:ph type="sldNum" sz="quarter" idx="16"/>
          </p:nvPr>
        </p:nvSpPr>
        <p:spPr/>
        <p:txBody>
          <a:bodyPr/>
          <a:lstStyle/>
          <a:p>
            <a:fld id="{3135EEA2-8D42-4D46-95A6-66E65FDC5EB1}" type="slidenum">
              <a:rPr lang="it-IT" smtClean="0"/>
              <a:pPr/>
              <a:t>13</a:t>
            </a:fld>
            <a:endParaRPr lang="it-IT"/>
          </a:p>
        </p:txBody>
      </p:sp>
    </p:spTree>
    <p:extLst>
      <p:ext uri="{BB962C8B-B14F-4D97-AF65-F5344CB8AC3E}">
        <p14:creationId xmlns:p14="http://schemas.microsoft.com/office/powerpoint/2010/main" val="1477574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AE2EE-68F7-DC71-05E6-A54E3E0C68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874C45-E86C-6B36-DC1F-1D107F9176DB}"/>
              </a:ext>
            </a:extLst>
          </p:cNvPr>
          <p:cNvSpPr>
            <a:spLocks noGrp="1"/>
          </p:cNvSpPr>
          <p:nvPr>
            <p:ph type="title"/>
          </p:nvPr>
        </p:nvSpPr>
        <p:spPr/>
        <p:txBody>
          <a:bodyPr/>
          <a:lstStyle/>
          <a:p>
            <a:r>
              <a:rPr lang="it-IT" dirty="0"/>
              <a:t>Creazione e risoluzione problema GSA</a:t>
            </a:r>
            <a:endParaRPr lang="en-US" dirty="0"/>
          </a:p>
        </p:txBody>
      </p:sp>
      <p:sp>
        <p:nvSpPr>
          <p:cNvPr id="3" name="Text Placeholder 2">
            <a:extLst>
              <a:ext uri="{FF2B5EF4-FFF2-40B4-BE49-F238E27FC236}">
                <a16:creationId xmlns:a16="http://schemas.microsoft.com/office/drawing/2014/main" id="{3BDCB7B5-5417-8D2D-EA37-F73A0E3C81E9}"/>
              </a:ext>
            </a:extLst>
          </p:cNvPr>
          <p:cNvSpPr>
            <a:spLocks noGrp="1"/>
          </p:cNvSpPr>
          <p:nvPr>
            <p:ph type="body" sz="quarter" idx="13"/>
          </p:nvPr>
        </p:nvSpPr>
        <p:spPr>
          <a:xfrm>
            <a:off x="449263" y="1410870"/>
            <a:ext cx="12617808" cy="4429125"/>
          </a:xfrm>
        </p:spPr>
        <p:txBody>
          <a:bodyPr/>
          <a:lstStyle/>
          <a:p>
            <a:r>
              <a:rPr lang="en-US" dirty="0" err="1">
                <a:latin typeface="Arial" panose="020B0604020202020204" pitchFamily="34" charset="0"/>
                <a:cs typeface="Arial" panose="020B0604020202020204" pitchFamily="34" charset="0"/>
              </a:rPr>
              <a:t>model.UncertaintyAnalysis</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model.core.uncertainty.validate_sampling_config</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ea typeface="Ebrima" panose="02000000000000000000" pitchFamily="2" charset="0"/>
                <a:cs typeface="Arial" panose="020B0604020202020204" pitchFamily="34" charset="0"/>
              </a:rPr>
              <a:t>|--- </a:t>
            </a:r>
            <a:r>
              <a:rPr lang="en-US" dirty="0" err="1">
                <a:latin typeface="Arial" panose="020B0604020202020204" pitchFamily="34" charset="0"/>
                <a:ea typeface="Ebrima" panose="02000000000000000000" pitchFamily="2" charset="0"/>
                <a:cs typeface="Arial" panose="020B0604020202020204" pitchFamily="34" charset="0"/>
              </a:rPr>
              <a:t>model.uncertainty_analysis</a:t>
            </a:r>
            <a:r>
              <a:rPr lang="en-US" dirty="0">
                <a:latin typeface="Arial" panose="020B0604020202020204" pitchFamily="34" charset="0"/>
                <a:ea typeface="Ebrima" panose="02000000000000000000" pitchFamily="2" charset="0"/>
                <a:cs typeface="Arial" panose="020B0604020202020204" pitchFamily="34" charset="0"/>
              </a:rPr>
              <a:t> = </a:t>
            </a:r>
            <a:r>
              <a:rPr lang="en-US" dirty="0" err="1">
                <a:latin typeface="Arial" panose="020B0604020202020204" pitchFamily="34" charset="0"/>
                <a:ea typeface="Ebrima" panose="02000000000000000000" pitchFamily="2" charset="0"/>
                <a:cs typeface="Arial" panose="020B0604020202020204" pitchFamily="34" charset="0"/>
              </a:rPr>
              <a:t>UncertaintyAnalysisConfig</a:t>
            </a:r>
            <a:r>
              <a:rPr lang="en-US" dirty="0">
                <a:latin typeface="Arial" panose="020B0604020202020204" pitchFamily="34" charset="0"/>
                <a:ea typeface="Ebrima" panose="02000000000000000000" pitchFamily="2" charset="0"/>
                <a:cs typeface="Arial" panose="020B0604020202020204" pitchFamily="34" charset="0"/>
              </a:rPr>
              <a:t>(…)</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model. </a:t>
            </a:r>
            <a:r>
              <a:rPr lang="en-US" dirty="0" err="1">
                <a:latin typeface="Arial" panose="020B0604020202020204" pitchFamily="34" charset="0"/>
                <a:cs typeface="Arial" panose="020B0604020202020204" pitchFamily="34" charset="0"/>
              </a:rPr>
              <a:t>run_uncertainty_analysis</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model._</a:t>
            </a:r>
            <a:r>
              <a:rPr lang="en-US" dirty="0" err="1">
                <a:latin typeface="Arial" panose="020B0604020202020204" pitchFamily="34" charset="0"/>
                <a:cs typeface="Arial" panose="020B0604020202020204" pitchFamily="34" charset="0"/>
              </a:rPr>
              <a:t>sample_data</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model.core.uncertainty.sample_data</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model.core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load_and_validate_symbolic_problem</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a:t>
            </a:r>
            <a:r>
              <a:rPr lang="en-US" dirty="0">
                <a:solidFill>
                  <a:srgbClr val="92D050"/>
                </a:solidFill>
                <a:latin typeface="Arial" panose="020B0604020202020204" pitchFamily="34" charset="0"/>
                <a:cs typeface="Arial" panose="020B0604020202020204" pitchFamily="34" charset="0"/>
              </a:rPr>
              <a:t>├─ Core.</a:t>
            </a:r>
            <a:r>
              <a:rPr lang="en-US" dirty="0">
                <a:latin typeface="Arial" panose="020B0604020202020204" pitchFamily="34" charset="0"/>
                <a:cs typeface="Arial" panose="020B0604020202020204" pitchFamily="34" charset="0"/>
              </a:rPr>
              <a:t> </a:t>
            </a:r>
            <a:r>
              <a:rPr lang="en-US" dirty="0">
                <a:solidFill>
                  <a:srgbClr val="92D050"/>
                </a:solidFill>
                <a:latin typeface="Arial" panose="020B0604020202020204" pitchFamily="34" charset="0"/>
                <a:cs typeface="Arial" panose="020B0604020202020204" pitchFamily="34" charset="0"/>
              </a:rPr>
              <a:t>check_exogenous_data_coherence(is_uncertain=True)</a:t>
            </a:r>
            <a:endParaRPr lang="en-US" i="1" dirty="0">
              <a:solidFill>
                <a:schemeClr val="tx1">
                  <a:lumMod val="50000"/>
                  <a:lumOff val="50000"/>
                </a:schemeClr>
              </a:solidFill>
              <a:latin typeface="Arial" panose="020B0604020202020204" pitchFamily="34" charset="0"/>
              <a:cs typeface="Arial" panose="020B0604020202020204" pitchFamily="34" charset="0"/>
            </a:endParaRPr>
          </a:p>
          <a:p>
            <a:r>
              <a:rPr lang="en-US" i="1" dirty="0">
                <a:solidFill>
                  <a:schemeClr val="tx1">
                    <a:lumMod val="50000"/>
                    <a:lumOff val="50000"/>
                  </a:schemeClr>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model.core.initialize_problems_variables</a:t>
            </a:r>
            <a:r>
              <a:rPr lang="en-US" dirty="0">
                <a:latin typeface="Arial" panose="020B0604020202020204" pitchFamily="34" charset="0"/>
                <a:cs typeface="Arial" panose="020B0604020202020204" pitchFamily="34" charset="0"/>
              </a:rPr>
              <a:t>()</a:t>
            </a:r>
          </a:p>
          <a:p>
            <a:r>
              <a:rPr lang="en-US" i="1" dirty="0">
                <a:solidFill>
                  <a:schemeClr val="tx1">
                    <a:lumMod val="50000"/>
                    <a:lumOff val="50000"/>
                  </a:schemeClr>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 </a:t>
            </a:r>
            <a:r>
              <a:rPr lang="en-US" dirty="0">
                <a:solidFill>
                  <a:srgbClr val="92D050"/>
                </a:solidFill>
                <a:latin typeface="Arial" panose="020B0604020202020204" pitchFamily="34" charset="0"/>
                <a:cs typeface="Arial" panose="020B0604020202020204" pitchFamily="34" charset="0"/>
              </a:rPr>
              <a:t>model.</a:t>
            </a:r>
            <a:r>
              <a:rPr lang="en-US" dirty="0"/>
              <a:t> </a:t>
            </a:r>
            <a:r>
              <a:rPr lang="en-US" dirty="0" err="1">
                <a:solidFill>
                  <a:srgbClr val="92D050"/>
                </a:solidFill>
                <a:latin typeface="Arial" panose="020B0604020202020204" pitchFamily="34" charset="0"/>
                <a:cs typeface="Arial" panose="020B0604020202020204" pitchFamily="34" charset="0"/>
              </a:rPr>
              <a:t>data_to_cvxpy_exogenous_vars</a:t>
            </a:r>
            <a:r>
              <a:rPr lang="en-US" dirty="0">
                <a:solidFill>
                  <a:srgbClr val="92D050"/>
                </a:solidFill>
                <a:latin typeface="Arial" panose="020B0604020202020204" pitchFamily="34" charset="0"/>
                <a:cs typeface="Arial" panose="020B0604020202020204" pitchFamily="34" charset="0"/>
              </a:rPr>
              <a:t>(</a:t>
            </a:r>
            <a:r>
              <a:rPr lang="en-US" dirty="0" err="1">
                <a:solidFill>
                  <a:srgbClr val="92D050"/>
                </a:solidFill>
                <a:latin typeface="Arial" panose="020B0604020202020204" pitchFamily="34" charset="0"/>
                <a:cs typeface="Arial" panose="020B0604020202020204" pitchFamily="34" charset="0"/>
              </a:rPr>
              <a:t>deterministic_vars</a:t>
            </a:r>
            <a:r>
              <a:rPr lang="en-US" dirty="0">
                <a:solidFill>
                  <a:srgbClr val="92D050"/>
                </a:solidFill>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for </a:t>
            </a:r>
            <a:r>
              <a:rPr lang="en-US" dirty="0" err="1">
                <a:latin typeface="Arial" panose="020B0604020202020204" pitchFamily="34" charset="0"/>
                <a:cs typeface="Arial" panose="020B0604020202020204" pitchFamily="34" charset="0"/>
              </a:rPr>
              <a:t>run_id</a:t>
            </a:r>
            <a:r>
              <a:rPr lang="en-US" dirty="0">
                <a:latin typeface="Arial" panose="020B0604020202020204" pitchFamily="34" charset="0"/>
                <a:cs typeface="Arial" panose="020B0604020202020204" pitchFamily="34" charset="0"/>
              </a:rPr>
              <a:t> in </a:t>
            </a:r>
            <a:r>
              <a:rPr lang="en-US" dirty="0" err="1">
                <a:latin typeface="Arial" panose="020B0604020202020204" pitchFamily="34" charset="0"/>
                <a:cs typeface="Arial" panose="020B0604020202020204" pitchFamily="34" charset="0"/>
              </a:rPr>
              <a:t>n_runs</a:t>
            </a:r>
            <a:r>
              <a:rPr lang="en-US" dirty="0">
                <a:latin typeface="Arial" panose="020B0604020202020204" pitchFamily="34" charset="0"/>
                <a:cs typeface="Arial" panose="020B0604020202020204" pitchFamily="34" charset="0"/>
              </a:rPr>
              <a:t>:</a:t>
            </a:r>
          </a:p>
          <a:p>
            <a:r>
              <a:rPr lang="en-US" i="1" dirty="0">
                <a:solidFill>
                  <a:schemeClr val="tx1">
                    <a:lumMod val="50000"/>
                    <a:lumOff val="50000"/>
                  </a:schemeClr>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 </a:t>
            </a:r>
            <a:r>
              <a:rPr lang="en-US" dirty="0">
                <a:solidFill>
                  <a:srgbClr val="92D050"/>
                </a:solidFill>
                <a:latin typeface="Arial" panose="020B0604020202020204" pitchFamily="34" charset="0"/>
                <a:cs typeface="Arial" panose="020B0604020202020204" pitchFamily="34" charset="0"/>
              </a:rPr>
              <a:t>model.</a:t>
            </a:r>
            <a:r>
              <a:rPr lang="en-US" dirty="0"/>
              <a:t> </a:t>
            </a:r>
            <a:r>
              <a:rPr lang="en-US" dirty="0" err="1">
                <a:solidFill>
                  <a:srgbClr val="92D050"/>
                </a:solidFill>
                <a:latin typeface="Arial" panose="020B0604020202020204" pitchFamily="34" charset="0"/>
                <a:cs typeface="Arial" panose="020B0604020202020204" pitchFamily="34" charset="0"/>
              </a:rPr>
              <a:t>data_to_cvxpy_exogenous_vars</a:t>
            </a:r>
            <a:r>
              <a:rPr lang="en-US" dirty="0">
                <a:solidFill>
                  <a:srgbClr val="92D050"/>
                </a:solidFill>
                <a:latin typeface="Arial" panose="020B0604020202020204" pitchFamily="34" charset="0"/>
                <a:cs typeface="Arial" panose="020B0604020202020204" pitchFamily="34" charset="0"/>
              </a:rPr>
              <a:t>(</a:t>
            </a:r>
            <a:r>
              <a:rPr lang="en-US" dirty="0" err="1">
                <a:solidFill>
                  <a:srgbClr val="92D050"/>
                </a:solidFill>
                <a:latin typeface="Arial" panose="020B0604020202020204" pitchFamily="34" charset="0"/>
                <a:cs typeface="Arial" panose="020B0604020202020204" pitchFamily="34" charset="0"/>
              </a:rPr>
              <a:t>uncertain_vars</a:t>
            </a:r>
            <a:r>
              <a:rPr lang="en-US" dirty="0">
                <a:solidFill>
                  <a:srgbClr val="92D050"/>
                </a:solidFill>
                <a:latin typeface="Arial" panose="020B0604020202020204" pitchFamily="34" charset="0"/>
                <a:cs typeface="Arial" panose="020B0604020202020204" pitchFamily="34" charset="0"/>
              </a:rPr>
              <a:t>, </a:t>
            </a:r>
            <a:r>
              <a:rPr lang="en-US" dirty="0" err="1">
                <a:solidFill>
                  <a:srgbClr val="92D050"/>
                </a:solidFill>
                <a:latin typeface="Arial" panose="020B0604020202020204" pitchFamily="34" charset="0"/>
                <a:cs typeface="Arial" panose="020B0604020202020204" pitchFamily="34" charset="0"/>
              </a:rPr>
              <a:t>is_uncertain</a:t>
            </a:r>
            <a:r>
              <a:rPr lang="en-US" dirty="0">
                <a:solidFill>
                  <a:srgbClr val="92D050"/>
                </a:solidFill>
                <a:latin typeface="Arial" panose="020B0604020202020204" pitchFamily="34" charset="0"/>
                <a:cs typeface="Arial" panose="020B0604020202020204" pitchFamily="34" charset="0"/>
              </a:rPr>
              <a:t>=True)</a:t>
            </a:r>
            <a:endParaRPr lang="en-US" i="1" dirty="0">
              <a:solidFill>
                <a:schemeClr val="tx1">
                  <a:lumMod val="50000"/>
                  <a:lumOff val="50000"/>
                </a:schemeClr>
              </a:solidFill>
              <a:latin typeface="Arial" panose="020B0604020202020204" pitchFamily="34" charset="0"/>
              <a:cs typeface="Arial" panose="020B0604020202020204" pitchFamily="34" charset="0"/>
            </a:endParaRPr>
          </a:p>
          <a:p>
            <a:r>
              <a:rPr lang="en-US" i="1" dirty="0">
                <a:solidFill>
                  <a:schemeClr val="tx1">
                    <a:lumMod val="50000"/>
                    <a:lumOff val="50000"/>
                  </a:schemeClr>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 </a:t>
            </a:r>
            <a:r>
              <a:rPr lang="en-US" dirty="0" err="1">
                <a:solidFill>
                  <a:srgbClr val="92D050"/>
                </a:solidFill>
                <a:latin typeface="Arial" panose="020B0604020202020204" pitchFamily="34" charset="0"/>
                <a:cs typeface="Arial" panose="020B0604020202020204" pitchFamily="34" charset="0"/>
              </a:rPr>
              <a:t>core.uncertainty.inject_sampled_values</a:t>
            </a:r>
            <a:r>
              <a:rPr lang="en-US" dirty="0">
                <a:solidFill>
                  <a:srgbClr val="92D050"/>
                </a:solidFill>
                <a:latin typeface="Arial" panose="020B0604020202020204" pitchFamily="34" charset="0"/>
                <a:cs typeface="Arial" panose="020B0604020202020204" pitchFamily="34" charset="0"/>
              </a:rPr>
              <a:t>()</a:t>
            </a:r>
            <a:r>
              <a:rPr lang="en-US" i="1" dirty="0">
                <a:solidFill>
                  <a:schemeClr val="tx1">
                    <a:lumMod val="50000"/>
                    <a:lumOff val="50000"/>
                  </a:schemeClr>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model.core.problem.generate_numerical_problems</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force_overwrite</a:t>
            </a:r>
            <a:r>
              <a:rPr lang="en-US" dirty="0">
                <a:latin typeface="Arial" panose="020B0604020202020204" pitchFamily="34" charset="0"/>
                <a:cs typeface="Arial" panose="020B0604020202020204" pitchFamily="34" charset="0"/>
              </a:rPr>
              <a:t>=True)</a:t>
            </a:r>
            <a:br>
              <a:rPr lang="en-US" dirty="0">
                <a:latin typeface="Arial" panose="020B0604020202020204" pitchFamily="34" charset="0"/>
                <a:cs typeface="Arial" panose="020B0604020202020204" pitchFamily="34" charset="0"/>
              </a:rPr>
            </a:br>
            <a:r>
              <a:rPr lang="en-US" i="1" dirty="0">
                <a:solidFill>
                  <a:schemeClr val="tx1">
                    <a:lumMod val="50000"/>
                    <a:lumOff val="50000"/>
                  </a:schemeClr>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model.core.solve_numerical_problems</a:t>
            </a:r>
            <a:r>
              <a:rPr lang="en-US" dirty="0">
                <a:latin typeface="Arial" panose="020B0604020202020204" pitchFamily="34" charset="0"/>
                <a:cs typeface="Arial" panose="020B0604020202020204" pitchFamily="34" charset="0"/>
              </a:rPr>
              <a:t>()</a:t>
            </a:r>
            <a:endParaRPr lang="en-US" dirty="0">
              <a:solidFill>
                <a:srgbClr val="92D050"/>
              </a:solidFill>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867C5D12-0D55-64D0-255B-99DEFC2BD078}"/>
              </a:ext>
            </a:extLst>
          </p:cNvPr>
          <p:cNvSpPr>
            <a:spLocks noGrp="1"/>
          </p:cNvSpPr>
          <p:nvPr>
            <p:ph type="dt" sz="half" idx="14"/>
          </p:nvPr>
        </p:nvSpPr>
        <p:spPr/>
        <p:txBody>
          <a:bodyPr/>
          <a:lstStyle/>
          <a:p>
            <a:r>
              <a:rPr lang="it-IT"/>
              <a:t>POLITECNICO DI MILANO</a:t>
            </a:r>
            <a:endParaRPr lang="it-IT" dirty="0"/>
          </a:p>
        </p:txBody>
      </p:sp>
      <p:sp>
        <p:nvSpPr>
          <p:cNvPr id="5" name="Footer Placeholder 4">
            <a:extLst>
              <a:ext uri="{FF2B5EF4-FFF2-40B4-BE49-F238E27FC236}">
                <a16:creationId xmlns:a16="http://schemas.microsoft.com/office/drawing/2014/main" id="{6999A973-9170-3CE3-9781-F701924DF943}"/>
              </a:ext>
            </a:extLst>
          </p:cNvPr>
          <p:cNvSpPr>
            <a:spLocks noGrp="1"/>
          </p:cNvSpPr>
          <p:nvPr>
            <p:ph type="ftr" sz="quarter" idx="15"/>
          </p:nvPr>
        </p:nvSpPr>
        <p:spPr/>
        <p:txBody>
          <a:bodyPr/>
          <a:lstStyle/>
          <a:p>
            <a:r>
              <a:rPr lang="en-US"/>
              <a:t>Department of Energy</a:t>
            </a:r>
            <a:endParaRPr lang="it-IT" dirty="0"/>
          </a:p>
        </p:txBody>
      </p:sp>
      <p:sp>
        <p:nvSpPr>
          <p:cNvPr id="6" name="Slide Number Placeholder 5">
            <a:extLst>
              <a:ext uri="{FF2B5EF4-FFF2-40B4-BE49-F238E27FC236}">
                <a16:creationId xmlns:a16="http://schemas.microsoft.com/office/drawing/2014/main" id="{6D59AAF4-3C9D-BFFF-E56A-B6C65E124DEC}"/>
              </a:ext>
            </a:extLst>
          </p:cNvPr>
          <p:cNvSpPr>
            <a:spLocks noGrp="1"/>
          </p:cNvSpPr>
          <p:nvPr>
            <p:ph type="sldNum" sz="quarter" idx="16"/>
          </p:nvPr>
        </p:nvSpPr>
        <p:spPr/>
        <p:txBody>
          <a:bodyPr/>
          <a:lstStyle/>
          <a:p>
            <a:fld id="{3135EEA2-8D42-4D46-95A6-66E65FDC5EB1}" type="slidenum">
              <a:rPr lang="it-IT" smtClean="0"/>
              <a:pPr/>
              <a:t>14</a:t>
            </a:fld>
            <a:endParaRPr lang="it-IT"/>
          </a:p>
        </p:txBody>
      </p:sp>
    </p:spTree>
    <p:extLst>
      <p:ext uri="{BB962C8B-B14F-4D97-AF65-F5344CB8AC3E}">
        <p14:creationId xmlns:p14="http://schemas.microsoft.com/office/powerpoint/2010/main" val="14735099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741E353-847D-1321-A5DC-5D1698E44EFA}"/>
              </a:ext>
            </a:extLst>
          </p:cNvPr>
          <p:cNvSpPr>
            <a:spLocks noGrp="1"/>
          </p:cNvSpPr>
          <p:nvPr>
            <p:ph type="body" sz="quarter" idx="13"/>
          </p:nvPr>
        </p:nvSpPr>
        <p:spPr>
          <a:xfrm>
            <a:off x="334964" y="1431311"/>
            <a:ext cx="8640000" cy="4429125"/>
          </a:xfrm>
        </p:spPr>
        <p:txBody>
          <a:bodyPr/>
          <a:lstStyle/>
          <a:p>
            <a:r>
              <a:rPr lang="en-US" sz="1200" dirty="0" err="1">
                <a:latin typeface="Arial" panose="020B0604020202020204" pitchFamily="34" charset="0"/>
                <a:cs typeface="Arial" panose="020B0604020202020204" pitchFamily="34" charset="0"/>
              </a:rPr>
              <a:t>model.UncertaintyAnalysis</a:t>
            </a:r>
            <a:r>
              <a:rPr lang="en-US" sz="1200" dirty="0">
                <a:latin typeface="Arial" panose="020B0604020202020204" pitchFamily="34" charset="0"/>
                <a:cs typeface="Arial" panose="020B0604020202020204" pitchFamily="34" charset="0"/>
              </a:rPr>
              <a:t>()</a:t>
            </a:r>
          </a:p>
          <a:p>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model.core.uncertainty.validate_sampling_config</a:t>
            </a:r>
            <a:r>
              <a:rPr lang="en-US" sz="1200" dirty="0">
                <a:latin typeface="Arial" panose="020B0604020202020204" pitchFamily="34" charset="0"/>
                <a:cs typeface="Arial" panose="020B0604020202020204" pitchFamily="34" charset="0"/>
              </a:rPr>
              <a:t>()</a:t>
            </a:r>
          </a:p>
          <a:p>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model.uncertainty_analysis</a:t>
            </a:r>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UncertaintyAnalysisConfig</a:t>
            </a:r>
            <a:r>
              <a:rPr lang="en-US" sz="1200" dirty="0">
                <a:latin typeface="Arial" panose="020B0604020202020204" pitchFamily="34" charset="0"/>
                <a:cs typeface="Arial" panose="020B0604020202020204" pitchFamily="34" charset="0"/>
              </a:rPr>
              <a:t>(...)</a:t>
            </a:r>
          </a:p>
          <a:p>
            <a:endParaRPr lang="en-US" sz="1200" dirty="0">
              <a:latin typeface="Arial" panose="020B0604020202020204" pitchFamily="34" charset="0"/>
              <a:cs typeface="Arial" panose="020B0604020202020204" pitchFamily="34" charset="0"/>
            </a:endParaRPr>
          </a:p>
          <a:p>
            <a:r>
              <a:rPr lang="en-US" sz="1200" dirty="0" err="1">
                <a:latin typeface="Arial" panose="020B0604020202020204" pitchFamily="34" charset="0"/>
                <a:cs typeface="Arial" panose="020B0604020202020204" pitchFamily="34" charset="0"/>
              </a:rPr>
              <a:t>model.run_uncertainty_analysis</a:t>
            </a:r>
            <a:r>
              <a:rPr lang="en-US" sz="1200" dirty="0">
                <a:latin typeface="Arial" panose="020B0604020202020204" pitchFamily="34" charset="0"/>
                <a:cs typeface="Arial" panose="020B0604020202020204" pitchFamily="34" charset="0"/>
              </a:rPr>
              <a:t>()</a:t>
            </a:r>
          </a:p>
          <a:p>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samples_df</a:t>
            </a:r>
            <a:r>
              <a:rPr lang="en-US" sz="1200" dirty="0">
                <a:latin typeface="Arial" panose="020B0604020202020204" pitchFamily="34" charset="0"/>
                <a:cs typeface="Arial" panose="020B0604020202020204" pitchFamily="34" charset="0"/>
              </a:rPr>
              <a:t> = model._</a:t>
            </a:r>
            <a:r>
              <a:rPr lang="en-US" sz="1200" dirty="0" err="1">
                <a:latin typeface="Arial" panose="020B0604020202020204" pitchFamily="34" charset="0"/>
                <a:cs typeface="Arial" panose="020B0604020202020204" pitchFamily="34" charset="0"/>
              </a:rPr>
              <a:t>sample_data</a:t>
            </a:r>
            <a:r>
              <a:rPr lang="en-US" sz="1200" dirty="0">
                <a:latin typeface="Arial" panose="020B0604020202020204" pitchFamily="34" charset="0"/>
                <a:cs typeface="Arial" panose="020B0604020202020204" pitchFamily="34" charset="0"/>
              </a:rPr>
              <a:t>()</a:t>
            </a:r>
          </a:p>
          <a:p>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mapping_df</a:t>
            </a:r>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model.core.uncertainty.collect_uncertain_parameters</a:t>
            </a:r>
            <a:r>
              <a:rPr lang="en-US" sz="1200" dirty="0">
                <a:latin typeface="Arial" panose="020B0604020202020204" pitchFamily="34" charset="0"/>
                <a:cs typeface="Arial" panose="020B0604020202020204" pitchFamily="34" charset="0"/>
              </a:rPr>
              <a:t>()</a:t>
            </a:r>
          </a:p>
          <a:p>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model.core.load_and_validate_symbolic_problem</a:t>
            </a:r>
            <a:r>
              <a:rPr lang="en-US" sz="1200" dirty="0">
                <a:latin typeface="Arial" panose="020B0604020202020204" pitchFamily="34" charset="0"/>
                <a:cs typeface="Arial" panose="020B0604020202020204" pitchFamily="34" charset="0"/>
              </a:rPr>
              <a:t>()</a:t>
            </a:r>
          </a:p>
          <a:p>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model.core.check_exogenous_data_coherence</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is_uncertain</a:t>
            </a:r>
            <a:r>
              <a:rPr lang="en-US" sz="1200" dirty="0">
                <a:latin typeface="Arial" panose="020B0604020202020204" pitchFamily="34" charset="0"/>
                <a:cs typeface="Arial" panose="020B0604020202020204" pitchFamily="34" charset="0"/>
              </a:rPr>
              <a:t>=True, </a:t>
            </a:r>
            <a:r>
              <a:rPr lang="en-US" sz="1200" dirty="0" err="1">
                <a:latin typeface="Arial" panose="020B0604020202020204" pitchFamily="34" charset="0"/>
                <a:cs typeface="Arial" panose="020B0604020202020204" pitchFamily="34" charset="0"/>
              </a:rPr>
              <a:t>samples_df</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mapping_df</a:t>
            </a:r>
            <a:r>
              <a:rPr lang="en-US" sz="1200" dirty="0">
                <a:latin typeface="Arial" panose="020B0604020202020204" pitchFamily="34" charset="0"/>
                <a:cs typeface="Arial" panose="020B0604020202020204" pitchFamily="34" charset="0"/>
              </a:rPr>
              <a:t>=...)</a:t>
            </a:r>
          </a:p>
          <a:p>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model.core.initialize_problems_variables</a:t>
            </a:r>
            <a:r>
              <a:rPr lang="en-US" sz="1200" dirty="0">
                <a:latin typeface="Arial" panose="020B0604020202020204" pitchFamily="34" charset="0"/>
                <a:cs typeface="Arial" panose="020B0604020202020204" pitchFamily="34" charset="0"/>
              </a:rPr>
              <a:t>()</a:t>
            </a:r>
          </a:p>
          <a:p>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deterministic_cache</a:t>
            </a:r>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model.core.build_deterministic_exogenous_data_cache</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mapping_df</a:t>
            </a:r>
            <a:r>
              <a:rPr lang="en-US" sz="1200" dirty="0">
                <a:latin typeface="Arial" panose="020B0604020202020204" pitchFamily="34" charset="0"/>
                <a:cs typeface="Arial" panose="020B0604020202020204" pitchFamily="34" charset="0"/>
              </a:rPr>
              <a:t>)</a:t>
            </a:r>
          </a:p>
          <a:p>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    for </a:t>
            </a:r>
            <a:r>
              <a:rPr lang="en-US" sz="1200" dirty="0" err="1">
                <a:latin typeface="Arial" panose="020B0604020202020204" pitchFamily="34" charset="0"/>
                <a:cs typeface="Arial" panose="020B0604020202020204" pitchFamily="34" charset="0"/>
              </a:rPr>
              <a:t>run_id</a:t>
            </a:r>
            <a:r>
              <a:rPr lang="en-US" sz="1200" dirty="0">
                <a:latin typeface="Arial" panose="020B0604020202020204" pitchFamily="34" charset="0"/>
                <a:cs typeface="Arial" panose="020B0604020202020204" pitchFamily="34" charset="0"/>
              </a:rPr>
              <a:t> in </a:t>
            </a:r>
            <a:r>
              <a:rPr lang="en-US" sz="1200" dirty="0" err="1">
                <a:latin typeface="Arial" panose="020B0604020202020204" pitchFamily="34" charset="0"/>
                <a:cs typeface="Arial" panose="020B0604020202020204" pitchFamily="34" charset="0"/>
              </a:rPr>
              <a:t>run_ids</a:t>
            </a:r>
            <a:r>
              <a:rPr lang="en-US" sz="1200" dirty="0">
                <a:latin typeface="Arial" panose="020B0604020202020204" pitchFamily="34" charset="0"/>
                <a:cs typeface="Arial" panose="020B0604020202020204" pitchFamily="34" charset="0"/>
              </a:rPr>
              <a:t>:</a:t>
            </a:r>
          </a:p>
          <a:p>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model.core.data_to_cvxpy_exogenous_vars_for_run</a:t>
            </a:r>
            <a:r>
              <a:rPr lang="en-US" sz="1200" dirty="0">
                <a:latin typeface="Arial" panose="020B0604020202020204" pitchFamily="34" charset="0"/>
                <a:cs typeface="Arial" panose="020B0604020202020204" pitchFamily="34" charset="0"/>
              </a:rPr>
              <a:t>(</a:t>
            </a:r>
          </a:p>
          <a:p>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run_id</a:t>
            </a:r>
            <a:r>
              <a:rPr lang="en-US" sz="1200" dirty="0">
                <a:latin typeface="Arial" panose="020B0604020202020204" pitchFamily="34" charset="0"/>
                <a:cs typeface="Arial" panose="020B0604020202020204" pitchFamily="34" charset="0"/>
              </a:rPr>
              <a:t>,</a:t>
            </a:r>
          </a:p>
          <a:p>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samples_df</a:t>
            </a:r>
            <a:r>
              <a:rPr lang="en-US" sz="1200" dirty="0">
                <a:latin typeface="Arial" panose="020B0604020202020204" pitchFamily="34" charset="0"/>
                <a:cs typeface="Arial" panose="020B0604020202020204" pitchFamily="34" charset="0"/>
              </a:rPr>
              <a:t>,</a:t>
            </a:r>
          </a:p>
          <a:p>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mapping_df</a:t>
            </a:r>
            <a:r>
              <a:rPr lang="en-US" sz="1200" dirty="0">
                <a:latin typeface="Arial" panose="020B0604020202020204" pitchFamily="34" charset="0"/>
                <a:cs typeface="Arial" panose="020B0604020202020204" pitchFamily="34" charset="0"/>
              </a:rPr>
              <a:t>,</a:t>
            </a:r>
          </a:p>
          <a:p>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deterministic_cache</a:t>
            </a:r>
            <a:r>
              <a:rPr lang="en-US" sz="1200" dirty="0">
                <a:latin typeface="Arial" panose="020B0604020202020204" pitchFamily="34" charset="0"/>
                <a:cs typeface="Arial" panose="020B0604020202020204" pitchFamily="34" charset="0"/>
              </a:rPr>
              <a:t>,</a:t>
            </a:r>
          </a:p>
          <a:p>
            <a:r>
              <a:rPr lang="en-US" sz="1200" dirty="0">
                <a:latin typeface="Arial" panose="020B0604020202020204" pitchFamily="34" charset="0"/>
                <a:cs typeface="Arial" panose="020B0604020202020204" pitchFamily="34" charset="0"/>
              </a:rPr>
              <a:t>             )</a:t>
            </a:r>
          </a:p>
          <a:p>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model.core.problem.generate_numerical_problems</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force_overwrite</a:t>
            </a:r>
            <a:r>
              <a:rPr lang="en-US" sz="1200" dirty="0">
                <a:latin typeface="Arial" panose="020B0604020202020204" pitchFamily="34" charset="0"/>
                <a:cs typeface="Arial" panose="020B0604020202020204" pitchFamily="34" charset="0"/>
              </a:rPr>
              <a:t>=True)</a:t>
            </a:r>
          </a:p>
          <a:p>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model.core.solve_numerical_problems</a:t>
            </a:r>
            <a:r>
              <a:rPr lang="en-US" sz="1200" dirty="0">
                <a:latin typeface="Arial" panose="020B0604020202020204" pitchFamily="34" charset="0"/>
                <a:cs typeface="Arial" panose="020B0604020202020204" pitchFamily="34" charset="0"/>
              </a:rPr>
              <a:t>(...)</a:t>
            </a:r>
          </a:p>
          <a:p>
            <a:r>
              <a:rPr lang="en-US" sz="1200" dirty="0">
                <a:latin typeface="Arial" panose="020B0604020202020204" pitchFamily="34" charset="0"/>
                <a:cs typeface="Arial" panose="020B0604020202020204" pitchFamily="34" charset="0"/>
              </a:rPr>
              <a:t>        |--- model._</a:t>
            </a:r>
            <a:r>
              <a:rPr lang="en-US" sz="1200" dirty="0" err="1">
                <a:latin typeface="Arial" panose="020B0604020202020204" pitchFamily="34" charset="0"/>
                <a:cs typeface="Arial" panose="020B0604020202020204" pitchFamily="34" charset="0"/>
              </a:rPr>
              <a:t>save_uncertainty_run_outputs</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run_id</a:t>
            </a:r>
            <a:r>
              <a:rPr lang="en-US" sz="1200" dirty="0">
                <a:latin typeface="Arial" panose="020B0604020202020204" pitchFamily="34" charset="0"/>
                <a:cs typeface="Arial" panose="020B0604020202020204" pitchFamily="34" charset="0"/>
              </a:rPr>
              <a:t>)</a:t>
            </a:r>
          </a:p>
        </p:txBody>
      </p:sp>
      <p:sp>
        <p:nvSpPr>
          <p:cNvPr id="4" name="Date Placeholder 3">
            <a:extLst>
              <a:ext uri="{FF2B5EF4-FFF2-40B4-BE49-F238E27FC236}">
                <a16:creationId xmlns:a16="http://schemas.microsoft.com/office/drawing/2014/main" id="{1C27B6A3-14F5-5921-6023-3B8A285EF047}"/>
              </a:ext>
            </a:extLst>
          </p:cNvPr>
          <p:cNvSpPr>
            <a:spLocks noGrp="1"/>
          </p:cNvSpPr>
          <p:nvPr>
            <p:ph type="dt" sz="half" idx="14"/>
          </p:nvPr>
        </p:nvSpPr>
        <p:spPr/>
        <p:txBody>
          <a:bodyPr/>
          <a:lstStyle/>
          <a:p>
            <a:r>
              <a:rPr lang="it-IT"/>
              <a:t>POLITECNICO DI MILANO</a:t>
            </a:r>
            <a:endParaRPr lang="it-IT" dirty="0"/>
          </a:p>
        </p:txBody>
      </p:sp>
      <p:sp>
        <p:nvSpPr>
          <p:cNvPr id="5" name="Footer Placeholder 4">
            <a:extLst>
              <a:ext uri="{FF2B5EF4-FFF2-40B4-BE49-F238E27FC236}">
                <a16:creationId xmlns:a16="http://schemas.microsoft.com/office/drawing/2014/main" id="{AD88114A-CC13-7145-3D9A-EF6ACAFD38CE}"/>
              </a:ext>
            </a:extLst>
          </p:cNvPr>
          <p:cNvSpPr>
            <a:spLocks noGrp="1"/>
          </p:cNvSpPr>
          <p:nvPr>
            <p:ph type="ftr" sz="quarter" idx="15"/>
          </p:nvPr>
        </p:nvSpPr>
        <p:spPr/>
        <p:txBody>
          <a:bodyPr/>
          <a:lstStyle/>
          <a:p>
            <a:r>
              <a:rPr lang="en-US"/>
              <a:t>Department of Energy</a:t>
            </a:r>
            <a:endParaRPr lang="it-IT" dirty="0"/>
          </a:p>
        </p:txBody>
      </p:sp>
      <p:sp>
        <p:nvSpPr>
          <p:cNvPr id="6" name="Slide Number Placeholder 5">
            <a:extLst>
              <a:ext uri="{FF2B5EF4-FFF2-40B4-BE49-F238E27FC236}">
                <a16:creationId xmlns:a16="http://schemas.microsoft.com/office/drawing/2014/main" id="{93519FAE-7A77-69C4-E1DA-31942C4D87FD}"/>
              </a:ext>
            </a:extLst>
          </p:cNvPr>
          <p:cNvSpPr>
            <a:spLocks noGrp="1"/>
          </p:cNvSpPr>
          <p:nvPr>
            <p:ph type="sldNum" sz="quarter" idx="16"/>
          </p:nvPr>
        </p:nvSpPr>
        <p:spPr/>
        <p:txBody>
          <a:bodyPr/>
          <a:lstStyle/>
          <a:p>
            <a:fld id="{3135EEA2-8D42-4D46-95A6-66E65FDC5EB1}" type="slidenum">
              <a:rPr lang="it-IT" smtClean="0"/>
              <a:pPr/>
              <a:t>15</a:t>
            </a:fld>
            <a:endParaRPr lang="it-IT"/>
          </a:p>
        </p:txBody>
      </p:sp>
    </p:spTree>
    <p:extLst>
      <p:ext uri="{BB962C8B-B14F-4D97-AF65-F5344CB8AC3E}">
        <p14:creationId xmlns:p14="http://schemas.microsoft.com/office/powerpoint/2010/main" val="4143036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410D1-E3CF-2D28-D677-929C622909AE}"/>
              </a:ext>
            </a:extLst>
          </p:cNvPr>
          <p:cNvSpPr>
            <a:spLocks noGrp="1"/>
          </p:cNvSpPr>
          <p:nvPr>
            <p:ph type="title"/>
          </p:nvPr>
        </p:nvSpPr>
        <p:spPr/>
        <p:txBody>
          <a:bodyPr/>
          <a:lstStyle/>
          <a:p>
            <a:r>
              <a:rPr lang="it-IT" dirty="0" err="1"/>
              <a:t>error</a:t>
            </a:r>
            <a:r>
              <a:rPr lang="it-IT" dirty="0"/>
              <a:t> </a:t>
            </a:r>
            <a:r>
              <a:rPr lang="it-IT" dirty="0" err="1"/>
              <a:t>managment</a:t>
            </a:r>
            <a:r>
              <a:rPr lang="it-IT" dirty="0"/>
              <a:t> da mettere</a:t>
            </a:r>
            <a:endParaRPr lang="en-US" dirty="0"/>
          </a:p>
        </p:txBody>
      </p:sp>
      <p:sp>
        <p:nvSpPr>
          <p:cNvPr id="4" name="Date Placeholder 3">
            <a:extLst>
              <a:ext uri="{FF2B5EF4-FFF2-40B4-BE49-F238E27FC236}">
                <a16:creationId xmlns:a16="http://schemas.microsoft.com/office/drawing/2014/main" id="{43E0B532-97CC-9D63-A1EA-D6344EAB22E2}"/>
              </a:ext>
            </a:extLst>
          </p:cNvPr>
          <p:cNvSpPr>
            <a:spLocks noGrp="1"/>
          </p:cNvSpPr>
          <p:nvPr>
            <p:ph type="dt" sz="half" idx="14"/>
          </p:nvPr>
        </p:nvSpPr>
        <p:spPr/>
        <p:txBody>
          <a:bodyPr/>
          <a:lstStyle/>
          <a:p>
            <a:r>
              <a:rPr lang="it-IT"/>
              <a:t>POLITECNICO DI MILANO</a:t>
            </a:r>
            <a:endParaRPr lang="it-IT" dirty="0"/>
          </a:p>
        </p:txBody>
      </p:sp>
      <p:sp>
        <p:nvSpPr>
          <p:cNvPr id="5" name="Footer Placeholder 4">
            <a:extLst>
              <a:ext uri="{FF2B5EF4-FFF2-40B4-BE49-F238E27FC236}">
                <a16:creationId xmlns:a16="http://schemas.microsoft.com/office/drawing/2014/main" id="{36199D1C-0038-0B8D-8848-F4720E418A72}"/>
              </a:ext>
            </a:extLst>
          </p:cNvPr>
          <p:cNvSpPr>
            <a:spLocks noGrp="1"/>
          </p:cNvSpPr>
          <p:nvPr>
            <p:ph type="ftr" sz="quarter" idx="15"/>
          </p:nvPr>
        </p:nvSpPr>
        <p:spPr/>
        <p:txBody>
          <a:bodyPr/>
          <a:lstStyle/>
          <a:p>
            <a:r>
              <a:rPr lang="en-US"/>
              <a:t>Department of Energy</a:t>
            </a:r>
            <a:endParaRPr lang="it-IT" dirty="0"/>
          </a:p>
        </p:txBody>
      </p:sp>
      <p:sp>
        <p:nvSpPr>
          <p:cNvPr id="6" name="Slide Number Placeholder 5">
            <a:extLst>
              <a:ext uri="{FF2B5EF4-FFF2-40B4-BE49-F238E27FC236}">
                <a16:creationId xmlns:a16="http://schemas.microsoft.com/office/drawing/2014/main" id="{939A2DF5-C787-A4E6-8F66-4A601D0ACA38}"/>
              </a:ext>
            </a:extLst>
          </p:cNvPr>
          <p:cNvSpPr>
            <a:spLocks noGrp="1"/>
          </p:cNvSpPr>
          <p:nvPr>
            <p:ph type="sldNum" sz="quarter" idx="16"/>
          </p:nvPr>
        </p:nvSpPr>
        <p:spPr/>
        <p:txBody>
          <a:bodyPr/>
          <a:lstStyle/>
          <a:p>
            <a:fld id="{3135EEA2-8D42-4D46-95A6-66E65FDC5EB1}" type="slidenum">
              <a:rPr lang="it-IT" smtClean="0"/>
              <a:pPr/>
              <a:t>16</a:t>
            </a:fld>
            <a:endParaRPr lang="it-IT"/>
          </a:p>
        </p:txBody>
      </p:sp>
      <p:sp>
        <p:nvSpPr>
          <p:cNvPr id="8" name="TextBox 7">
            <a:extLst>
              <a:ext uri="{FF2B5EF4-FFF2-40B4-BE49-F238E27FC236}">
                <a16:creationId xmlns:a16="http://schemas.microsoft.com/office/drawing/2014/main" id="{AEB20DBA-98D8-8F1F-58C9-C448497CD4F6}"/>
              </a:ext>
            </a:extLst>
          </p:cNvPr>
          <p:cNvSpPr txBox="1"/>
          <p:nvPr/>
        </p:nvSpPr>
        <p:spPr>
          <a:xfrm>
            <a:off x="428626" y="1428168"/>
            <a:ext cx="3491664" cy="1615827"/>
          </a:xfrm>
          <a:prstGeom prst="rect">
            <a:avLst/>
          </a:prstGeom>
          <a:solidFill>
            <a:schemeClr val="tx1"/>
          </a:solidFill>
        </p:spPr>
        <p:txBody>
          <a:bodyPr wrap="square">
            <a:spAutoFit/>
          </a:bodyPr>
          <a:lstStyle/>
          <a:p>
            <a:pPr>
              <a:buNone/>
            </a:pPr>
            <a:r>
              <a:rPr lang="en-US" sz="900" dirty="0">
                <a:solidFill>
                  <a:srgbClr val="AA93DD"/>
                </a:solidFill>
                <a:latin typeface="Consolas" panose="020B0609020204030204" pitchFamily="49" charset="0"/>
              </a:rPr>
              <a:t>model </a:t>
            </a:r>
            <a:r>
              <a:rPr lang="en-US" sz="900" dirty="0">
                <a:solidFill>
                  <a:srgbClr val="BBBBBB"/>
                </a:solidFill>
                <a:latin typeface="Consolas" panose="020B0609020204030204" pitchFamily="49" charset="0"/>
              </a:rPr>
              <a:t>=</a:t>
            </a:r>
            <a:r>
              <a:rPr lang="en-US" sz="900" dirty="0">
                <a:solidFill>
                  <a:srgbClr val="AA93DD"/>
                </a:solidFill>
                <a:latin typeface="Consolas" panose="020B0609020204030204" pitchFamily="49" charset="0"/>
              </a:rPr>
              <a:t> </a:t>
            </a:r>
            <a:r>
              <a:rPr lang="en-US" sz="900" dirty="0" err="1">
                <a:solidFill>
                  <a:srgbClr val="AA93DD"/>
                </a:solidFill>
                <a:latin typeface="Consolas" panose="020B0609020204030204" pitchFamily="49" charset="0"/>
              </a:rPr>
              <a:t>cvxlab</a:t>
            </a:r>
            <a:r>
              <a:rPr lang="en-US" sz="900" b="1" dirty="0" err="1">
                <a:solidFill>
                  <a:srgbClr val="BBBBBB"/>
                </a:solidFill>
                <a:latin typeface="Consolas" panose="020B0609020204030204" pitchFamily="49" charset="0"/>
              </a:rPr>
              <a:t>.</a:t>
            </a:r>
            <a:r>
              <a:rPr lang="en-US" sz="900" dirty="0" err="1">
                <a:solidFill>
                  <a:srgbClr val="AFCBFF"/>
                </a:solidFill>
                <a:latin typeface="Consolas" panose="020B0609020204030204" pitchFamily="49" charset="0"/>
              </a:rPr>
              <a:t>Model</a:t>
            </a:r>
            <a:r>
              <a:rPr lang="en-US" sz="900" dirty="0">
                <a:solidFill>
                  <a:srgbClr val="DF65AC"/>
                </a:solidFill>
                <a:latin typeface="Consolas" panose="020B0609020204030204" pitchFamily="49" charset="0"/>
              </a:rPr>
              <a:t>(</a:t>
            </a:r>
            <a:endParaRPr lang="en-US" sz="900" dirty="0">
              <a:solidFill>
                <a:srgbClr val="BBBBBB"/>
              </a:solidFill>
              <a:latin typeface="Consolas" panose="020B0609020204030204" pitchFamily="49" charset="0"/>
            </a:endParaRPr>
          </a:p>
          <a:p>
            <a:pPr>
              <a:buNone/>
            </a:pPr>
            <a:r>
              <a:rPr lang="en-US" sz="900" dirty="0">
                <a:solidFill>
                  <a:srgbClr val="AA93DD"/>
                </a:solidFill>
                <a:latin typeface="Consolas" panose="020B0609020204030204" pitchFamily="49" charset="0"/>
              </a:rPr>
              <a:t>    </a:t>
            </a:r>
            <a:r>
              <a:rPr lang="en-US" sz="900" dirty="0" err="1">
                <a:solidFill>
                  <a:srgbClr val="AFCBFF"/>
                </a:solidFill>
                <a:latin typeface="Consolas" panose="020B0609020204030204" pitchFamily="49" charset="0"/>
              </a:rPr>
              <a:t>log_level</a:t>
            </a:r>
            <a:r>
              <a:rPr lang="en-US" sz="900" dirty="0">
                <a:solidFill>
                  <a:srgbClr val="BBBBBB"/>
                </a:solidFill>
                <a:latin typeface="Consolas" panose="020B0609020204030204" pitchFamily="49" charset="0"/>
              </a:rPr>
              <a:t>=</a:t>
            </a:r>
            <a:r>
              <a:rPr lang="en-US" sz="900" dirty="0">
                <a:solidFill>
                  <a:srgbClr val="DF65AC"/>
                </a:solidFill>
                <a:latin typeface="Consolas" panose="020B0609020204030204" pitchFamily="49" charset="0"/>
              </a:rPr>
              <a:t>'</a:t>
            </a:r>
            <a:r>
              <a:rPr lang="en-US" sz="900" dirty="0">
                <a:solidFill>
                  <a:srgbClr val="E07DBA"/>
                </a:solidFill>
                <a:latin typeface="Consolas" panose="020B0609020204030204" pitchFamily="49" charset="0"/>
              </a:rPr>
              <a:t>debug</a:t>
            </a:r>
            <a:r>
              <a:rPr lang="en-US" sz="900" dirty="0">
                <a:solidFill>
                  <a:srgbClr val="DF65AC"/>
                </a:solidFill>
                <a:latin typeface="Consolas" panose="020B0609020204030204" pitchFamily="49" charset="0"/>
              </a:rPr>
              <a:t>'</a:t>
            </a:r>
            <a:r>
              <a:rPr lang="en-US" sz="900" b="1" dirty="0">
                <a:solidFill>
                  <a:srgbClr val="BBBBBB"/>
                </a:solidFill>
                <a:latin typeface="Consolas" panose="020B0609020204030204" pitchFamily="49" charset="0"/>
              </a:rPr>
              <a:t>,</a:t>
            </a:r>
            <a:endParaRPr lang="en-US" sz="900" dirty="0">
              <a:solidFill>
                <a:srgbClr val="BBBBBB"/>
              </a:solidFill>
              <a:latin typeface="Consolas" panose="020B0609020204030204" pitchFamily="49" charset="0"/>
            </a:endParaRPr>
          </a:p>
          <a:p>
            <a:pPr>
              <a:buNone/>
            </a:pPr>
            <a:r>
              <a:rPr lang="en-US" sz="900" dirty="0">
                <a:solidFill>
                  <a:srgbClr val="AA93DD"/>
                </a:solidFill>
                <a:latin typeface="Consolas" panose="020B0609020204030204" pitchFamily="49" charset="0"/>
              </a:rPr>
              <a:t>    </a:t>
            </a:r>
            <a:r>
              <a:rPr lang="en-US" sz="900" dirty="0" err="1">
                <a:solidFill>
                  <a:srgbClr val="AFCBFF"/>
                </a:solidFill>
                <a:latin typeface="Consolas" panose="020B0609020204030204" pitchFamily="49" charset="0"/>
              </a:rPr>
              <a:t>use_existing_data</a:t>
            </a:r>
            <a:r>
              <a:rPr lang="en-US" sz="900" dirty="0">
                <a:solidFill>
                  <a:srgbClr val="BBBBBB"/>
                </a:solidFill>
                <a:latin typeface="Consolas" panose="020B0609020204030204" pitchFamily="49" charset="0"/>
              </a:rPr>
              <a:t>=</a:t>
            </a:r>
            <a:r>
              <a:rPr lang="en-US" sz="900" dirty="0">
                <a:solidFill>
                  <a:srgbClr val="DF65AC"/>
                </a:solidFill>
                <a:latin typeface="Consolas" panose="020B0609020204030204" pitchFamily="49" charset="0"/>
              </a:rPr>
              <a:t>False</a:t>
            </a:r>
            <a:r>
              <a:rPr lang="en-US" sz="900" b="1" dirty="0">
                <a:solidFill>
                  <a:srgbClr val="BBBBBB"/>
                </a:solidFill>
                <a:latin typeface="Consolas" panose="020B0609020204030204" pitchFamily="49" charset="0"/>
              </a:rPr>
              <a:t>,</a:t>
            </a:r>
            <a:endParaRPr lang="en-US" sz="900" dirty="0">
              <a:solidFill>
                <a:srgbClr val="BBBBBB"/>
              </a:solidFill>
              <a:latin typeface="Consolas" panose="020B0609020204030204" pitchFamily="49" charset="0"/>
            </a:endParaRPr>
          </a:p>
          <a:p>
            <a:pPr>
              <a:buNone/>
            </a:pPr>
            <a:r>
              <a:rPr lang="en-US" sz="900" dirty="0">
                <a:solidFill>
                  <a:srgbClr val="AA93DD"/>
                </a:solidFill>
                <a:latin typeface="Consolas" panose="020B0609020204030204" pitchFamily="49" charset="0"/>
              </a:rPr>
              <a:t>    </a:t>
            </a:r>
            <a:r>
              <a:rPr lang="en-US" sz="900" dirty="0" err="1">
                <a:solidFill>
                  <a:srgbClr val="AFCBFF"/>
                </a:solidFill>
                <a:latin typeface="Consolas" panose="020B0609020204030204" pitchFamily="49" charset="0"/>
              </a:rPr>
              <a:t>detailed_validation</a:t>
            </a:r>
            <a:r>
              <a:rPr lang="en-US" sz="900" dirty="0">
                <a:solidFill>
                  <a:srgbClr val="BBBBBB"/>
                </a:solidFill>
                <a:latin typeface="Consolas" panose="020B0609020204030204" pitchFamily="49" charset="0"/>
              </a:rPr>
              <a:t>=</a:t>
            </a:r>
            <a:r>
              <a:rPr lang="en-US" sz="900" dirty="0">
                <a:solidFill>
                  <a:srgbClr val="DF65AC"/>
                </a:solidFill>
                <a:latin typeface="Consolas" panose="020B0609020204030204" pitchFamily="49" charset="0"/>
              </a:rPr>
              <a:t>True</a:t>
            </a:r>
            <a:r>
              <a:rPr lang="en-US" sz="900" b="1" dirty="0">
                <a:solidFill>
                  <a:srgbClr val="BBBBBB"/>
                </a:solidFill>
                <a:latin typeface="Consolas" panose="020B0609020204030204" pitchFamily="49" charset="0"/>
              </a:rPr>
              <a:t>,</a:t>
            </a:r>
            <a:endParaRPr lang="en-US" sz="900" dirty="0">
              <a:solidFill>
                <a:srgbClr val="BBBBBB"/>
              </a:solidFill>
              <a:latin typeface="Consolas" panose="020B0609020204030204" pitchFamily="49" charset="0"/>
            </a:endParaRPr>
          </a:p>
          <a:p>
            <a:pPr>
              <a:buNone/>
            </a:pPr>
            <a:r>
              <a:rPr lang="en-US" sz="900" dirty="0">
                <a:solidFill>
                  <a:srgbClr val="AA93DD"/>
                </a:solidFill>
                <a:latin typeface="Consolas" panose="020B0609020204030204" pitchFamily="49" charset="0"/>
              </a:rPr>
              <a:t>    </a:t>
            </a:r>
            <a:r>
              <a:rPr lang="en-US" sz="900" dirty="0">
                <a:solidFill>
                  <a:srgbClr val="AFCBFF"/>
                </a:solidFill>
                <a:latin typeface="Consolas" panose="020B0609020204030204" pitchFamily="49" charset="0"/>
              </a:rPr>
              <a:t>GSA</a:t>
            </a:r>
            <a:r>
              <a:rPr lang="en-US" sz="900" dirty="0">
                <a:solidFill>
                  <a:srgbClr val="BBBBBB"/>
                </a:solidFill>
                <a:latin typeface="Consolas" panose="020B0609020204030204" pitchFamily="49" charset="0"/>
              </a:rPr>
              <a:t>=</a:t>
            </a:r>
            <a:r>
              <a:rPr lang="en-US" sz="900" dirty="0">
                <a:solidFill>
                  <a:srgbClr val="DF65AC"/>
                </a:solidFill>
                <a:latin typeface="Consolas" panose="020B0609020204030204" pitchFamily="49" charset="0"/>
              </a:rPr>
              <a:t>True</a:t>
            </a:r>
            <a:endParaRPr lang="en-US" sz="900" dirty="0">
              <a:solidFill>
                <a:srgbClr val="BBBBBB"/>
              </a:solidFill>
              <a:latin typeface="Consolas" panose="020B0609020204030204" pitchFamily="49" charset="0"/>
            </a:endParaRPr>
          </a:p>
          <a:p>
            <a:pPr>
              <a:buNone/>
            </a:pPr>
            <a:r>
              <a:rPr lang="en-US" sz="900" dirty="0">
                <a:solidFill>
                  <a:srgbClr val="DF65AC"/>
                </a:solidFill>
                <a:latin typeface="Consolas" panose="020B0609020204030204" pitchFamily="49" charset="0"/>
              </a:rPr>
              <a:t>)</a:t>
            </a:r>
            <a:endParaRPr lang="en-US" sz="900" dirty="0">
              <a:solidFill>
                <a:srgbClr val="BBBBBB"/>
              </a:solidFill>
              <a:latin typeface="Consolas" panose="020B0609020204030204" pitchFamily="49" charset="0"/>
            </a:endParaRPr>
          </a:p>
          <a:p>
            <a:pPr>
              <a:buNone/>
            </a:pPr>
            <a:endParaRPr lang="en-US" sz="900" b="0" dirty="0">
              <a:solidFill>
                <a:srgbClr val="AA93DD"/>
              </a:solidFill>
              <a:effectLst/>
              <a:latin typeface="Consolas" panose="020B0609020204030204" pitchFamily="49" charset="0"/>
            </a:endParaRPr>
          </a:p>
          <a:p>
            <a:pPr>
              <a:buNone/>
            </a:pPr>
            <a:r>
              <a:rPr lang="en-US" sz="900" b="0" dirty="0" err="1">
                <a:solidFill>
                  <a:srgbClr val="AA93DD"/>
                </a:solidFill>
                <a:effectLst/>
                <a:latin typeface="Consolas" panose="020B0609020204030204" pitchFamily="49" charset="0"/>
              </a:rPr>
              <a:t>cvxlab</a:t>
            </a:r>
            <a:r>
              <a:rPr lang="en-US" sz="900" b="1" dirty="0" err="1">
                <a:solidFill>
                  <a:srgbClr val="BBBBBB"/>
                </a:solidFill>
                <a:effectLst/>
                <a:latin typeface="Consolas" panose="020B0609020204030204" pitchFamily="49" charset="0"/>
              </a:rPr>
              <a:t>.</a:t>
            </a:r>
            <a:r>
              <a:rPr lang="en-US" sz="900" b="0" dirty="0" err="1">
                <a:solidFill>
                  <a:srgbClr val="AFCBFF"/>
                </a:solidFill>
                <a:effectLst/>
                <a:latin typeface="Consolas" panose="020B0609020204030204" pitchFamily="49" charset="0"/>
              </a:rPr>
              <a:t>create_model_dir</a:t>
            </a:r>
            <a:r>
              <a:rPr lang="en-US" sz="900" b="0" dirty="0">
                <a:solidFill>
                  <a:srgbClr val="DF65AC"/>
                </a:solidFill>
                <a:effectLst/>
                <a:latin typeface="Consolas" panose="020B0609020204030204" pitchFamily="49" charset="0"/>
              </a:rPr>
              <a:t>(</a:t>
            </a:r>
            <a:endParaRPr lang="en-US" sz="900" b="0" dirty="0">
              <a:solidFill>
                <a:srgbClr val="BBBBBB"/>
              </a:solidFill>
              <a:effectLst/>
              <a:latin typeface="Consolas" panose="020B0609020204030204" pitchFamily="49" charset="0"/>
            </a:endParaRPr>
          </a:p>
          <a:p>
            <a:pPr>
              <a:buNone/>
            </a:pPr>
            <a:r>
              <a:rPr lang="en-US" sz="900" b="0" dirty="0">
                <a:solidFill>
                  <a:srgbClr val="AA93DD"/>
                </a:solidFill>
                <a:effectLst/>
                <a:latin typeface="Consolas" panose="020B0609020204030204" pitchFamily="49" charset="0"/>
              </a:rPr>
              <a:t>    </a:t>
            </a:r>
            <a:r>
              <a:rPr lang="en-US" sz="900" b="0" dirty="0" err="1">
                <a:solidFill>
                  <a:srgbClr val="AFCBFF"/>
                </a:solidFill>
                <a:effectLst/>
                <a:latin typeface="Consolas" panose="020B0609020204030204" pitchFamily="49" charset="0"/>
              </a:rPr>
              <a:t>settings_file_type</a:t>
            </a:r>
            <a:r>
              <a:rPr lang="en-US" sz="900" b="0" dirty="0">
                <a:solidFill>
                  <a:srgbClr val="BBBBBB"/>
                </a:solidFill>
                <a:effectLst/>
                <a:latin typeface="Consolas" panose="020B0609020204030204" pitchFamily="49" charset="0"/>
              </a:rPr>
              <a:t>=</a:t>
            </a:r>
            <a:r>
              <a:rPr lang="en-US" sz="900" b="0" dirty="0">
                <a:solidFill>
                  <a:srgbClr val="DF65AC"/>
                </a:solidFill>
                <a:effectLst/>
                <a:latin typeface="Consolas" panose="020B0609020204030204" pitchFamily="49" charset="0"/>
              </a:rPr>
              <a:t>'</a:t>
            </a:r>
            <a:r>
              <a:rPr lang="en-US" sz="900" b="0" dirty="0">
                <a:solidFill>
                  <a:srgbClr val="E07DBA"/>
                </a:solidFill>
                <a:effectLst/>
                <a:latin typeface="Consolas" panose="020B0609020204030204" pitchFamily="49" charset="0"/>
              </a:rPr>
              <a:t>xlsx</a:t>
            </a:r>
            <a:r>
              <a:rPr lang="en-US" sz="900" b="0" dirty="0">
                <a:solidFill>
                  <a:srgbClr val="DF65AC"/>
                </a:solidFill>
                <a:effectLst/>
                <a:latin typeface="Consolas" panose="020B0609020204030204" pitchFamily="49" charset="0"/>
              </a:rPr>
              <a:t>'</a:t>
            </a:r>
            <a:r>
              <a:rPr lang="en-US" sz="900" b="1" dirty="0">
                <a:solidFill>
                  <a:srgbClr val="BBBBBB"/>
                </a:solidFill>
                <a:effectLst/>
                <a:latin typeface="Consolas" panose="020B0609020204030204" pitchFamily="49" charset="0"/>
              </a:rPr>
              <a:t>,</a:t>
            </a:r>
            <a:r>
              <a:rPr lang="en-US" sz="900" b="0" dirty="0">
                <a:solidFill>
                  <a:srgbClr val="AA93DD"/>
                </a:solidFill>
                <a:effectLst/>
                <a:latin typeface="Consolas" panose="020B0609020204030204" pitchFamily="49" charset="0"/>
              </a:rPr>
              <a:t> </a:t>
            </a:r>
            <a:endParaRPr lang="en-US" sz="900" b="0" dirty="0">
              <a:solidFill>
                <a:srgbClr val="BBBBBB"/>
              </a:solidFill>
              <a:effectLst/>
              <a:latin typeface="Consolas" panose="020B0609020204030204" pitchFamily="49" charset="0"/>
            </a:endParaRPr>
          </a:p>
          <a:p>
            <a:pPr>
              <a:buNone/>
            </a:pPr>
            <a:r>
              <a:rPr lang="en-US" sz="900" b="0" dirty="0">
                <a:solidFill>
                  <a:srgbClr val="AA93DD"/>
                </a:solidFill>
                <a:effectLst/>
                <a:latin typeface="Consolas" panose="020B0609020204030204" pitchFamily="49" charset="0"/>
              </a:rPr>
              <a:t>    </a:t>
            </a:r>
            <a:r>
              <a:rPr lang="en-US" sz="900" b="0" dirty="0" err="1">
                <a:solidFill>
                  <a:srgbClr val="AFCBFF"/>
                </a:solidFill>
                <a:effectLst/>
                <a:latin typeface="Consolas" panose="020B0609020204030204" pitchFamily="49" charset="0"/>
              </a:rPr>
              <a:t>include_user_defined_templates</a:t>
            </a:r>
            <a:r>
              <a:rPr lang="en-US" sz="900" b="0" dirty="0">
                <a:solidFill>
                  <a:srgbClr val="BBBBBB"/>
                </a:solidFill>
                <a:effectLst/>
                <a:latin typeface="Consolas" panose="020B0609020204030204" pitchFamily="49" charset="0"/>
              </a:rPr>
              <a:t>=</a:t>
            </a:r>
            <a:r>
              <a:rPr lang="en-US" sz="900" b="0" dirty="0">
                <a:solidFill>
                  <a:srgbClr val="DF65AC"/>
                </a:solidFill>
                <a:effectLst/>
                <a:latin typeface="Consolas" panose="020B0609020204030204" pitchFamily="49" charset="0"/>
              </a:rPr>
              <a:t>True</a:t>
            </a:r>
            <a:r>
              <a:rPr lang="en-US" sz="900" b="1" dirty="0">
                <a:solidFill>
                  <a:srgbClr val="BBBBBB"/>
                </a:solidFill>
                <a:effectLst/>
                <a:latin typeface="Consolas" panose="020B0609020204030204" pitchFamily="49" charset="0"/>
              </a:rPr>
              <a:t>,</a:t>
            </a:r>
            <a:endParaRPr lang="en-US" sz="900" b="0" dirty="0">
              <a:solidFill>
                <a:srgbClr val="BBBBBB"/>
              </a:solidFill>
              <a:effectLst/>
              <a:latin typeface="Consolas" panose="020B0609020204030204" pitchFamily="49" charset="0"/>
            </a:endParaRPr>
          </a:p>
          <a:p>
            <a:pPr>
              <a:buNone/>
            </a:pPr>
            <a:r>
              <a:rPr lang="en-US" sz="900" b="0" dirty="0">
                <a:solidFill>
                  <a:srgbClr val="AA93DD"/>
                </a:solidFill>
                <a:effectLst/>
                <a:latin typeface="Consolas" panose="020B0609020204030204" pitchFamily="49" charset="0"/>
              </a:rPr>
              <a:t>    </a:t>
            </a:r>
            <a:r>
              <a:rPr lang="en-US" sz="900" b="0" dirty="0">
                <a:solidFill>
                  <a:srgbClr val="AFCBFF"/>
                </a:solidFill>
                <a:effectLst/>
                <a:latin typeface="Consolas" panose="020B0609020204030204" pitchFamily="49" charset="0"/>
              </a:rPr>
              <a:t>GSA</a:t>
            </a:r>
            <a:r>
              <a:rPr lang="en-US" sz="900" b="0" dirty="0">
                <a:solidFill>
                  <a:srgbClr val="BBBBBB"/>
                </a:solidFill>
                <a:effectLst/>
                <a:latin typeface="Consolas" panose="020B0609020204030204" pitchFamily="49" charset="0"/>
              </a:rPr>
              <a:t>=</a:t>
            </a:r>
            <a:r>
              <a:rPr lang="en-US" sz="900" b="0" dirty="0">
                <a:solidFill>
                  <a:srgbClr val="DF65AC"/>
                </a:solidFill>
                <a:effectLst/>
                <a:latin typeface="Consolas" panose="020B0609020204030204" pitchFamily="49" charset="0"/>
              </a:rPr>
              <a:t>True</a:t>
            </a:r>
            <a:endParaRPr lang="en-US" sz="900" b="0" dirty="0">
              <a:solidFill>
                <a:srgbClr val="BBBBBB"/>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4FE8CA70-780C-69AC-7409-6CC5BF35CA53}"/>
              </a:ext>
            </a:extLst>
          </p:cNvPr>
          <p:cNvSpPr txBox="1"/>
          <p:nvPr/>
        </p:nvSpPr>
        <p:spPr>
          <a:xfrm>
            <a:off x="4153196" y="2051416"/>
            <a:ext cx="7386532" cy="923330"/>
          </a:xfrm>
          <a:prstGeom prst="rect">
            <a:avLst/>
          </a:prstGeom>
          <a:noFill/>
        </p:spPr>
        <p:txBody>
          <a:bodyPr wrap="square" rtlCol="0">
            <a:spAutoFit/>
          </a:bodyPr>
          <a:lstStyle/>
          <a:p>
            <a:r>
              <a:rPr lang="it-IT" dirty="0">
                <a:latin typeface="Arial" panose="020B0604020202020204" pitchFamily="34" charset="0"/>
                <a:cs typeface="Arial" panose="020B0604020202020204" pitchFamily="34" charset="0"/>
              </a:rPr>
              <a:t>se a uno metto GSA=True e all’altro no mi deve dire </a:t>
            </a:r>
            <a:r>
              <a:rPr lang="it-IT" dirty="0" err="1">
                <a:latin typeface="Arial" panose="020B0604020202020204" pitchFamily="34" charset="0"/>
                <a:cs typeface="Arial" panose="020B0604020202020204" pitchFamily="34" charset="0"/>
              </a:rPr>
              <a:t>ao</a:t>
            </a:r>
            <a:r>
              <a:rPr lang="it-IT" dirty="0">
                <a:latin typeface="Arial" panose="020B0604020202020204" pitchFamily="34" charset="0"/>
                <a:cs typeface="Arial" panose="020B0604020202020204" pitchFamily="34" charset="0"/>
              </a:rPr>
              <a:t> che vuoi fare</a:t>
            </a:r>
          </a:p>
          <a:p>
            <a:endParaRPr lang="it-IT" dirty="0">
              <a:latin typeface="Arial" panose="020B0604020202020204" pitchFamily="34" charset="0"/>
              <a:cs typeface="Arial" panose="020B0604020202020204" pitchFamily="34" charset="0"/>
            </a:endParaRPr>
          </a:p>
          <a:p>
            <a:r>
              <a:rPr lang="it-IT" dirty="0">
                <a:latin typeface="Arial" panose="020B0604020202020204" pitchFamily="34" charset="0"/>
                <a:cs typeface="Arial" panose="020B0604020202020204" pitchFamily="34" charset="0"/>
              </a:rPr>
              <a:t>c’è lo stesso problema per </a:t>
            </a:r>
            <a:r>
              <a:rPr lang="it-IT" dirty="0" err="1">
                <a:latin typeface="Arial" panose="020B0604020202020204" pitchFamily="34" charset="0"/>
                <a:cs typeface="Arial" panose="020B0604020202020204" pitchFamily="34" charset="0"/>
              </a:rPr>
              <a:t>settings_file_type</a:t>
            </a:r>
            <a:endParaRPr lang="en-US"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29149E84-74D5-780A-CA26-66E77CDE3B44}"/>
              </a:ext>
            </a:extLst>
          </p:cNvPr>
          <p:cNvSpPr txBox="1"/>
          <p:nvPr/>
        </p:nvSpPr>
        <p:spPr>
          <a:xfrm>
            <a:off x="669085" y="3883255"/>
            <a:ext cx="6539023" cy="923330"/>
          </a:xfrm>
          <a:prstGeom prst="rect">
            <a:avLst/>
          </a:prstGeom>
          <a:noFill/>
        </p:spPr>
        <p:txBody>
          <a:bodyPr wrap="square" rtlCol="0">
            <a:spAutoFit/>
          </a:bodyPr>
          <a:lstStyle/>
          <a:p>
            <a:r>
              <a:rPr lang="it-IT" dirty="0"/>
              <a:t>caso in cui faccio </a:t>
            </a:r>
            <a:r>
              <a:rPr lang="it-IT" dirty="0" err="1"/>
              <a:t>mode.run</a:t>
            </a:r>
            <a:r>
              <a:rPr lang="it-IT" dirty="0"/>
              <a:t> normale ma ho input data con </a:t>
            </a:r>
            <a:r>
              <a:rPr lang="it-IT" dirty="0" err="1"/>
              <a:t>bouds</a:t>
            </a:r>
            <a:r>
              <a:rPr lang="it-IT" dirty="0"/>
              <a:t>, fare che gira caso </a:t>
            </a:r>
            <a:r>
              <a:rPr lang="it-IT" dirty="0" err="1"/>
              <a:t>derterministico</a:t>
            </a:r>
            <a:r>
              <a:rPr lang="it-IT" dirty="0"/>
              <a:t> solo se ho messo i </a:t>
            </a:r>
            <a:r>
              <a:rPr lang="it-IT" dirty="0" err="1"/>
              <a:t>values</a:t>
            </a:r>
            <a:r>
              <a:rPr lang="it-IT" dirty="0"/>
              <a:t> in tutti gli input data</a:t>
            </a:r>
            <a:endParaRPr lang="en-US" dirty="0"/>
          </a:p>
        </p:txBody>
      </p:sp>
    </p:spTree>
    <p:extLst>
      <p:ext uri="{BB962C8B-B14F-4D97-AF65-F5344CB8AC3E}">
        <p14:creationId xmlns:p14="http://schemas.microsoft.com/office/powerpoint/2010/main" val="3240575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D2284-0827-2A87-0BE5-72F3BC3C031A}"/>
              </a:ext>
            </a:extLst>
          </p:cNvPr>
          <p:cNvSpPr>
            <a:spLocks noGrp="1"/>
          </p:cNvSpPr>
          <p:nvPr>
            <p:ph type="title"/>
          </p:nvPr>
        </p:nvSpPr>
        <p:spPr/>
        <p:txBody>
          <a:bodyPr/>
          <a:lstStyle/>
          <a:p>
            <a:r>
              <a:rPr lang="it-IT" dirty="0"/>
              <a:t>pacchetti aggiunti</a:t>
            </a:r>
            <a:endParaRPr lang="en-US" dirty="0"/>
          </a:p>
        </p:txBody>
      </p:sp>
      <p:sp>
        <p:nvSpPr>
          <p:cNvPr id="3" name="Text Placeholder 2">
            <a:extLst>
              <a:ext uri="{FF2B5EF4-FFF2-40B4-BE49-F238E27FC236}">
                <a16:creationId xmlns:a16="http://schemas.microsoft.com/office/drawing/2014/main" id="{4E37D887-495D-ECAD-58D4-9514592C7C53}"/>
              </a:ext>
            </a:extLst>
          </p:cNvPr>
          <p:cNvSpPr>
            <a:spLocks noGrp="1"/>
          </p:cNvSpPr>
          <p:nvPr>
            <p:ph type="body" sz="quarter" idx="13"/>
          </p:nvPr>
        </p:nvSpPr>
        <p:spPr/>
        <p:txBody>
          <a:bodyPr/>
          <a:lstStyle/>
          <a:p>
            <a:r>
              <a:rPr lang="it-IT" dirty="0"/>
              <a:t>Salib</a:t>
            </a:r>
          </a:p>
          <a:p>
            <a:endParaRPr lang="it-IT" dirty="0"/>
          </a:p>
          <a:p>
            <a:r>
              <a:rPr lang="it-IT" dirty="0" err="1"/>
              <a:t>pyarrow</a:t>
            </a:r>
            <a:r>
              <a:rPr lang="it-IT" dirty="0"/>
              <a:t> </a:t>
            </a:r>
          </a:p>
          <a:p>
            <a:r>
              <a:rPr lang="it-IT" dirty="0" err="1"/>
              <a:t>fastparquet</a:t>
            </a:r>
            <a:endParaRPr lang="en-US" dirty="0"/>
          </a:p>
        </p:txBody>
      </p:sp>
      <p:sp>
        <p:nvSpPr>
          <p:cNvPr id="4" name="Date Placeholder 3">
            <a:extLst>
              <a:ext uri="{FF2B5EF4-FFF2-40B4-BE49-F238E27FC236}">
                <a16:creationId xmlns:a16="http://schemas.microsoft.com/office/drawing/2014/main" id="{12807B19-AD66-445E-F7B6-381E3307A868}"/>
              </a:ext>
            </a:extLst>
          </p:cNvPr>
          <p:cNvSpPr>
            <a:spLocks noGrp="1"/>
          </p:cNvSpPr>
          <p:nvPr>
            <p:ph type="dt" sz="half" idx="14"/>
          </p:nvPr>
        </p:nvSpPr>
        <p:spPr/>
        <p:txBody>
          <a:bodyPr/>
          <a:lstStyle/>
          <a:p>
            <a:r>
              <a:rPr lang="it-IT"/>
              <a:t>POLITECNICO DI MILANO</a:t>
            </a:r>
            <a:endParaRPr lang="it-IT" dirty="0"/>
          </a:p>
        </p:txBody>
      </p:sp>
      <p:sp>
        <p:nvSpPr>
          <p:cNvPr id="5" name="Footer Placeholder 4">
            <a:extLst>
              <a:ext uri="{FF2B5EF4-FFF2-40B4-BE49-F238E27FC236}">
                <a16:creationId xmlns:a16="http://schemas.microsoft.com/office/drawing/2014/main" id="{AA254F3C-7AA1-EF4A-F27F-F198E9FFD31C}"/>
              </a:ext>
            </a:extLst>
          </p:cNvPr>
          <p:cNvSpPr>
            <a:spLocks noGrp="1"/>
          </p:cNvSpPr>
          <p:nvPr>
            <p:ph type="ftr" sz="quarter" idx="15"/>
          </p:nvPr>
        </p:nvSpPr>
        <p:spPr/>
        <p:txBody>
          <a:bodyPr/>
          <a:lstStyle/>
          <a:p>
            <a:r>
              <a:rPr lang="en-US"/>
              <a:t>Department of Energy</a:t>
            </a:r>
            <a:endParaRPr lang="it-IT" dirty="0"/>
          </a:p>
        </p:txBody>
      </p:sp>
      <p:sp>
        <p:nvSpPr>
          <p:cNvPr id="6" name="Slide Number Placeholder 5">
            <a:extLst>
              <a:ext uri="{FF2B5EF4-FFF2-40B4-BE49-F238E27FC236}">
                <a16:creationId xmlns:a16="http://schemas.microsoft.com/office/drawing/2014/main" id="{4ADC1AF6-F223-803C-DA41-2BD31AE716BF}"/>
              </a:ext>
            </a:extLst>
          </p:cNvPr>
          <p:cNvSpPr>
            <a:spLocks noGrp="1"/>
          </p:cNvSpPr>
          <p:nvPr>
            <p:ph type="sldNum" sz="quarter" idx="16"/>
          </p:nvPr>
        </p:nvSpPr>
        <p:spPr/>
        <p:txBody>
          <a:bodyPr/>
          <a:lstStyle/>
          <a:p>
            <a:fld id="{3135EEA2-8D42-4D46-95A6-66E65FDC5EB1}" type="slidenum">
              <a:rPr lang="it-IT" smtClean="0"/>
              <a:pPr/>
              <a:t>17</a:t>
            </a:fld>
            <a:endParaRPr lang="it-IT"/>
          </a:p>
        </p:txBody>
      </p:sp>
    </p:spTree>
    <p:extLst>
      <p:ext uri="{BB962C8B-B14F-4D97-AF65-F5344CB8AC3E}">
        <p14:creationId xmlns:p14="http://schemas.microsoft.com/office/powerpoint/2010/main" val="1457142144"/>
      </p:ext>
    </p:extLst>
  </p:cSld>
  <p:clrMapOvr>
    <a:masterClrMapping/>
  </p:clrMapOvr>
</p:sld>
</file>

<file path=ppt/theme/theme1.xml><?xml version="1.0" encoding="utf-8"?>
<a:theme xmlns:a="http://schemas.openxmlformats.org/drawingml/2006/main" name="Interni">
  <a:themeElements>
    <a:clrScheme name="Personalizzato 1">
      <a:dk1>
        <a:srgbClr val="000000"/>
      </a:dk1>
      <a:lt1>
        <a:srgbClr val="FFFFFF"/>
      </a:lt1>
      <a:dk2>
        <a:srgbClr val="102C53"/>
      </a:dk2>
      <a:lt2>
        <a:srgbClr val="FFFFFF"/>
      </a:lt2>
      <a:accent1>
        <a:srgbClr val="67B2C6"/>
      </a:accent1>
      <a:accent2>
        <a:srgbClr val="A3D0DC"/>
      </a:accent2>
      <a:accent3>
        <a:srgbClr val="C2E0E8"/>
      </a:accent3>
      <a:accent4>
        <a:srgbClr val="E0EFF3"/>
      </a:accent4>
      <a:accent5>
        <a:srgbClr val="3D8EA4"/>
      </a:accent5>
      <a:accent6>
        <a:srgbClr val="F3F3F3"/>
      </a:accent6>
      <a:hlink>
        <a:srgbClr val="0000FF"/>
      </a:hlink>
      <a:folHlink>
        <a:srgbClr val="28C8F0"/>
      </a:folHlink>
    </a:clrScheme>
    <a:fontScheme name="caratteri tema manrope">
      <a:majorFont>
        <a:latin typeface="Manrope"/>
        <a:ea typeface=""/>
        <a:cs typeface=""/>
      </a:majorFont>
      <a:minorFont>
        <a:latin typeface="Manrop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_manrope_2024_regular" id="{AF503DD6-45CC-4FD9-A316-7E3073ACAABC}" vid="{376A186E-ACA5-4725-B103-CB5852E20BBA}"/>
    </a:ext>
  </a:extLst>
</a:theme>
</file>

<file path=ppt/theme/theme2.xml><?xml version="1.0" encoding="utf-8"?>
<a:theme xmlns:a="http://schemas.openxmlformats.org/drawingml/2006/main" name="Cover">
  <a:themeElements>
    <a:clrScheme name="Personalizzato 1">
      <a:dk1>
        <a:srgbClr val="000000"/>
      </a:dk1>
      <a:lt1>
        <a:srgbClr val="FFFFFF"/>
      </a:lt1>
      <a:dk2>
        <a:srgbClr val="102C53"/>
      </a:dk2>
      <a:lt2>
        <a:srgbClr val="FFFFFF"/>
      </a:lt2>
      <a:accent1>
        <a:srgbClr val="67B2C6"/>
      </a:accent1>
      <a:accent2>
        <a:srgbClr val="A3D0DC"/>
      </a:accent2>
      <a:accent3>
        <a:srgbClr val="C2E0E8"/>
      </a:accent3>
      <a:accent4>
        <a:srgbClr val="E0EFF3"/>
      </a:accent4>
      <a:accent5>
        <a:srgbClr val="3D8EA4"/>
      </a:accent5>
      <a:accent6>
        <a:srgbClr val="F3F3F3"/>
      </a:accent6>
      <a:hlink>
        <a:srgbClr val="0000FF"/>
      </a:hlink>
      <a:folHlink>
        <a:srgbClr val="28C8F0"/>
      </a:folHlink>
    </a:clrScheme>
    <a:fontScheme name="caratteri tema manrope">
      <a:majorFont>
        <a:latin typeface="Manrope"/>
        <a:ea typeface=""/>
        <a:cs typeface=""/>
      </a:majorFont>
      <a:minorFont>
        <a:latin typeface="Manrop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_manrope_2024_regular" id="{AF503DD6-45CC-4FD9-A316-7E3073ACAABC}" vid="{376A186E-ACA5-4725-B103-CB5852E20BB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41E96938535DD4B921FCDFB54345D30" ma:contentTypeVersion="19" ma:contentTypeDescription="Creare un nuovo documento." ma:contentTypeScope="" ma:versionID="7b5477e5183001dfb744417d6d3e1bdb">
  <xsd:schema xmlns:xsd="http://www.w3.org/2001/XMLSchema" xmlns:xs="http://www.w3.org/2001/XMLSchema" xmlns:p="http://schemas.microsoft.com/office/2006/metadata/properties" xmlns:ns2="5d44ae6a-e145-4c9d-94e7-ddf9cc58067e" xmlns:ns3="e67e9a88-35e1-4b39-8da9-a609eb308282" targetNamespace="http://schemas.microsoft.com/office/2006/metadata/properties" ma:root="true" ma:fieldsID="47c71bcc7ce4561c40563d7718896ae0" ns2:_="" ns3:_="">
    <xsd:import namespace="5d44ae6a-e145-4c9d-94e7-ddf9cc58067e"/>
    <xsd:import namespace="e67e9a88-35e1-4b39-8da9-a609eb30828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44ae6a-e145-4c9d-94e7-ddf9cc58067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Tag immagine" ma:readOnly="false" ma:fieldId="{5cf76f15-5ced-4ddc-b409-7134ff3c332f}" ma:taxonomyMulti="true" ma:sspId="62691f12-1220-44b1-ba48-e77f64da299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67e9a88-35e1-4b39-8da9-a609eb308282" elementFormDefault="qualified">
    <xsd:import namespace="http://schemas.microsoft.com/office/2006/documentManagement/types"/>
    <xsd:import namespace="http://schemas.microsoft.com/office/infopath/2007/PartnerControls"/>
    <xsd:element name="SharedWithUsers" ma:index="18"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Condiviso con dettagli" ma:internalName="SharedWithDetails" ma:readOnly="true">
      <xsd:simpleType>
        <xsd:restriction base="dms:Note">
          <xsd:maxLength value="255"/>
        </xsd:restriction>
      </xsd:simpleType>
    </xsd:element>
    <xsd:element name="TaxCatchAll" ma:index="23" nillable="true" ma:displayName="Taxonomy Catch All Column" ma:hidden="true" ma:list="{cfe7f1f2-b186-4eae-b9db-3e53485d6587}" ma:internalName="TaxCatchAll" ma:showField="CatchAllData" ma:web="e67e9a88-35e1-4b39-8da9-a609eb30828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5d44ae6a-e145-4c9d-94e7-ddf9cc58067e">
      <Terms xmlns="http://schemas.microsoft.com/office/infopath/2007/PartnerControls"/>
    </lcf76f155ced4ddcb4097134ff3c332f>
    <TaxCatchAll xmlns="e67e9a88-35e1-4b39-8da9-a609eb30828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023A31F-4790-475F-834C-DF241265F9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d44ae6a-e145-4c9d-94e7-ddf9cc58067e"/>
    <ds:schemaRef ds:uri="e67e9a88-35e1-4b39-8da9-a609eb3082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978C337-A7E3-4747-8237-A8412C0C5ADC}">
  <ds:schemaRefs>
    <ds:schemaRef ds:uri="http://schemas.microsoft.com/office/2006/metadata/properties"/>
    <ds:schemaRef ds:uri="http://schemas.microsoft.com/office/infopath/2007/PartnerControls"/>
    <ds:schemaRef ds:uri="38cd69a3-c9dc-4aff-9004-077ff368026e"/>
    <ds:schemaRef ds:uri="b3889a89-2bfb-4cb6-aa24-210fc7f90260"/>
    <ds:schemaRef ds:uri="5d44ae6a-e145-4c9d-94e7-ddf9cc58067e"/>
    <ds:schemaRef ds:uri="e67e9a88-35e1-4b39-8da9-a609eb308282"/>
  </ds:schemaRefs>
</ds:datastoreItem>
</file>

<file path=customXml/itemProps3.xml><?xml version="1.0" encoding="utf-8"?>
<ds:datastoreItem xmlns:ds="http://schemas.openxmlformats.org/officeDocument/2006/customXml" ds:itemID="{32E4D3F8-FD22-4AC6-825A-B337EE191B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ppt_manrope_2024_regular</Template>
  <TotalTime>0</TotalTime>
  <Words>3584</Words>
  <Application>Microsoft Office PowerPoint</Application>
  <PresentationFormat>Widescreen</PresentationFormat>
  <Paragraphs>358</Paragraphs>
  <Slides>17</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17</vt:i4>
      </vt:variant>
    </vt:vector>
  </HeadingPairs>
  <TitlesOfParts>
    <vt:vector size="27" baseType="lpstr">
      <vt:lpstr>ADLaM Display</vt:lpstr>
      <vt:lpstr>Arial</vt:lpstr>
      <vt:lpstr>Manrope</vt:lpstr>
      <vt:lpstr>Cambria Math</vt:lpstr>
      <vt:lpstr>Calibri</vt:lpstr>
      <vt:lpstr>Agency FB</vt:lpstr>
      <vt:lpstr>Abadi ExtraLight</vt:lpstr>
      <vt:lpstr>Consolas</vt:lpstr>
      <vt:lpstr>Interni</vt:lpstr>
      <vt:lpstr>Cover</vt:lpstr>
      <vt:lpstr>GSA Theory and Implementation in CVXLab</vt:lpstr>
      <vt:lpstr>GSA - Theory</vt:lpstr>
      <vt:lpstr>Operationalizing GSA</vt:lpstr>
      <vt:lpstr>What is available in SALib</vt:lpstr>
      <vt:lpstr>GSA in SALib</vt:lpstr>
      <vt:lpstr>Operationalizing GSA in CVXLab</vt:lpstr>
      <vt:lpstr>Operationalizing GSA in CVXLab</vt:lpstr>
      <vt:lpstr>PowerPoint Presentation</vt:lpstr>
      <vt:lpstr>Architecture </vt:lpstr>
      <vt:lpstr>lettura file con nuove colonne</vt:lpstr>
      <vt:lpstr>creazione database</vt:lpstr>
      <vt:lpstr>Creazione e risoluzione problema normale</vt:lpstr>
      <vt:lpstr>note</vt:lpstr>
      <vt:lpstr>Creazione e risoluzione problema GSA</vt:lpstr>
      <vt:lpstr>PowerPoint Presentation</vt:lpstr>
      <vt:lpstr>error managment da mettere</vt:lpstr>
      <vt:lpstr>pacchetti aggiunti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Camilla Ghironi</dc:creator>
  <cp:lastModifiedBy>Valeria Baiocco</cp:lastModifiedBy>
  <cp:revision>232</cp:revision>
  <dcterms:created xsi:type="dcterms:W3CDTF">2024-06-28T15:03:44Z</dcterms:created>
  <dcterms:modified xsi:type="dcterms:W3CDTF">2026-06-15T13:04:44Z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0x010100241E96938535DD4B921FCDFB54345D30</vt:lpwstr>
  </property>
</Properties>
</file>